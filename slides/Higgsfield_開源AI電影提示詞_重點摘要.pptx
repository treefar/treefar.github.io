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locktempo.com/higgsfield-open-sources-hell-grind-ai-feature-film-prompts-assets/" TargetMode="External"/><Relationship Id="rId2" Type="http://schemas.openxmlformats.org/officeDocument/2006/relationships/hyperlink" Target="https://higgsfield.ai/contests/higgsfield-global-film-festival" TargetMode="External"/><Relationship Id="rId3" Type="http://schemas.openxmlformats.org/officeDocument/2006/relationships/hyperlink" Target="https://www.youtube.com/watch?v=s-eeHOkkLss" TargetMode="External"/><Relationship Id="rId4" Type="http://schemas.openxmlformats.org/officeDocument/2006/relationships/hyperlink" Target="https://www.youtube.com/watch?v=t33k2tn4GpA" TargetMode="External"/><Relationship Id="rId5" Type="http://schemas.openxmlformats.org/officeDocument/2006/relationships/hyperlink" Target="https://www.cined.com/hell-grind-the-95-minute-ai-feature-cannes-2026-says-it-never-screened/" TargetMode="External"/><Relationship Id="rId6" Type="http://schemas.openxmlformats.org/officeDocument/2006/relationships/hyperlink" Target="https://variety.com/2026/film/news/google-a24-ai-filmmaking-tools-1236787297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188720"/>
            <a:ext cx="13716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498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AI 影音生產 ｜ 重點摘要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Higgsfield 開源</a:t>
            </a:r>
            <a:endParaRPr lang="en-US" sz="4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95 分鐘 AI 電影提示詞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8529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燒 50 萬美元的分鏡、角色設計與素材全都看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E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來源：動區動趨 BlockTempo ｜ 作者：Token 形上學 ｜ 發布：2026-08-09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E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整理：鄧樹遠 ｜ 2026-08-11 ｜ 已交叉查證，含 2 處待修正標註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這件事為什麼重要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開源的不是成片，是整套生產資料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8046720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Higgsfield 把 95 分鐘 AI 長片《Hell Grind》的生產資料全部公開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提示詞、角色種子、素材檔、迭代記錄，外加 19 分鐘幕後拆解影片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真正值錢的不是成品，是被暴露出來的方法論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提示詞被寫成四層結構化文件，所有形容詞都換成硬數字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最貴的一課：負面表述無效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你寫「不要出現刀柄」，模型照樣給你刀柄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對動畫與遊戲來說，這接近一本「AI 影像規格書寫作指南」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01 ｜ Higgsfield 開源 AI 電影提示詞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關鍵數據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1847088" cy="2103120"/>
          </a:xfrm>
          <a:prstGeom prst="roundRect">
            <a:avLst>
              <a:gd name="adj" fmla="val 2970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57276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95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166420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分鐘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片長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15184" y="1316736"/>
            <a:ext cx="1847088" cy="2103120"/>
          </a:xfrm>
          <a:prstGeom prst="roundRect">
            <a:avLst>
              <a:gd name="adj" fmla="val 2970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70048" y="157276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50 萬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06624" y="2560320"/>
            <a:ext cx="166420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美元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總製作成本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81728" y="1316736"/>
            <a:ext cx="1847088" cy="2103120"/>
          </a:xfrm>
          <a:prstGeom prst="roundRect">
            <a:avLst>
              <a:gd name="adj" fmla="val 2970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6592" y="157276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14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773168" y="2560320"/>
            <a:ext cx="166420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天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製作期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48272" y="1316736"/>
            <a:ext cx="1847088" cy="2103120"/>
          </a:xfrm>
          <a:prstGeom prst="roundRect">
            <a:avLst>
              <a:gd name="adj" fmla="val 2970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57276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15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839712" y="2560320"/>
            <a:ext cx="166420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人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團隊規模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621024"/>
            <a:ext cx="8046720" cy="749808"/>
          </a:xfrm>
          <a:prstGeom prst="roundRect">
            <a:avLst>
              <a:gd name="adj" fmla="val 6098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675888"/>
            <a:ext cx="7644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成本結構翻轉：GPU 雲端算力約 40 萬美元（80%），人事僅約 10 萬美元（20%）。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01 ｜ Higgsfield 開源 AI 電影提示詞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淘汰比：AI 生產的真實成本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4206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項目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數字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說明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可用鏡頭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253 個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⚠ 可能只是開場 25 分鐘的數字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總生成次數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16,181 次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⚠ 同上，見正確性檢視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淘汰比例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約 64 : 1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換算採用率約 1.6%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單次生成長度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15 秒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每次輸出 4 段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每則提示詞長度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約 3,000 字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外部報導補充，原文未提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4281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預算意義：算力預算要抓生成量的 60 倍以上，不是 2 倍。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01 ｜ Higgsfield 開源 AI 電影提示詞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核心方法：提示詞的四層結構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3922776" cy="1591056"/>
          </a:xfrm>
          <a:prstGeom prst="roundRect">
            <a:avLst>
              <a:gd name="adj" fmla="val 3448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52144"/>
            <a:ext cx="45720" cy="15910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261872"/>
            <a:ext cx="3557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第一層　錨點標記與描述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591056"/>
            <a:ext cx="355701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用 @Roco、@Monster 這類角色代號，附完整外觀描述。把造型定死，否則每次生成都會漂移。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72584" y="1152144"/>
            <a:ext cx="3922776" cy="1591056"/>
          </a:xfrm>
          <a:prstGeom prst="roundRect">
            <a:avLst>
              <a:gd name="adj" fmla="val 3448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72584" y="1152144"/>
            <a:ext cx="45720" cy="15910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261872"/>
            <a:ext cx="3557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第二層　空間座標鎖定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73752" y="1591056"/>
            <a:ext cx="355701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用公尺標定角色、鏡頭、場景物件的相對位置。起點與終點都要寫。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3922776" cy="1591056"/>
          </a:xfrm>
          <a:prstGeom prst="roundRect">
            <a:avLst>
              <a:gd name="adj" fmla="val 3448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44368"/>
            <a:ext cx="45720" cy="15910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054096"/>
            <a:ext cx="3557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第三層　時間碼動作序列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3383280"/>
            <a:ext cx="355701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以秒為單位，逐格寫誰在第幾秒做什麼。動作要拆到半秒級。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72584" y="2944368"/>
            <a:ext cx="3922776" cy="1591056"/>
          </a:xfrm>
          <a:prstGeom prst="roundRect">
            <a:avLst>
              <a:gd name="adj" fmla="val 3448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2944368"/>
            <a:ext cx="45720" cy="15910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3054096"/>
            <a:ext cx="3557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第四層　硬規則限制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73752" y="3383280"/>
            <a:ext cx="355701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物理與世界觀鐵律，防止模型自行編創。例如「水晶永遠勝鋼鐵」。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01 ｜ Higgsfield 開源 AI 電影提示詞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鏡頭運動：把形容詞換成數字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3877056" cy="3383280"/>
          </a:xfrm>
          <a:prstGeom prst="roundRect">
            <a:avLst>
              <a:gd name="adj" fmla="val 1622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✗ 不要這樣寫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682496"/>
            <a:ext cx="34747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鏡頭快一點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繞著角色轉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瞬間變身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有重量感、時間變慢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18304" y="1152144"/>
            <a:ext cx="3877056" cy="3383280"/>
          </a:xfrm>
          <a:prstGeom prst="roundRect">
            <a:avLst>
              <a:gd name="adj" fmla="val 1622"/>
            </a:avLst>
          </a:prstGeom>
          <a:solidFill>
            <a:srgbClr val="DCF3EB"/>
          </a:solidFill>
          <a:ln w="12700">
            <a:solidFill>
              <a:srgbClr val="DCF3EB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✓ 改成這樣寫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19472" y="1682496"/>
            <a:ext cx="34747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比典型電影推軌快 3 倍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環繞軌道：8 公尺拉近到 4 公尺，高度 3 公尺降到 2 公尺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變身時間 0.4 秒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逐秒標定刀距（公分級）與碰撞角度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01 ｜ Higgsfield 開源 AI 電影提示詞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4B8A6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“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模型只認識正面詞彙。</a:t>
            </a:r>
            <a:endParaRPr lang="en-US" sz="2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你寫「不要 X」，它讀到的是「X」。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602736"/>
            <a:ext cx="822960" cy="320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全片最貴的一課：負面表述失效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負面表述失效：問題與三個解法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8046720" cy="1188720"/>
          </a:xfrm>
          <a:prstGeom prst="roundRect">
            <a:avLst>
              <a:gd name="adj" fmla="val 4615"/>
            </a:avLst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25296"/>
            <a:ext cx="75712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提示詞明寫「沒有手持物、沒有刀柄」，模型照樣塑出劍柄；寫「不是遊戲」「不要 CGI」，完全無效。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505456"/>
            <a:ext cx="804672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用正面描述取代禁令　—　不寫「不要有 CGI 感」，改成明確描述光線與材質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改採多鏡剪接　—　50mm 環繞、24mm 低角度、85mm 特寫、35mm 廣角，剪四顆勝過硬撐一顆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跨鏡銜接規則　—　前一鏡結尾的姿勢＝後一鏡開頭的姿勢，接點才不會跳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01 ｜ Higgsfield 開源 AI 電影提示詞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兩個可直接移植的技法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群眾規模與動作序列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8046720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群眾三層堆疊法：前景清晰戰士（實際只有約 40 人）→ 中後方密集人群 → 背景霧中剪影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配套硬規則：把能見度壓制到 20 公尺。霧不是氣氛，是用來蓋掉背景生成缺陷的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動作序列半秒級拆解：武士起身＝手部撐地 0.5 秒 → 頭盔抬起 1.5 秒 → 完全站直 3 秒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一個動作切成三個帶時間戳的狀態，模型才不會自己決定節奏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品質控制四段法：每次至少跑四段生成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一段失敗分不清是模型隨機出包還是提示詞有問題；四段都壞，問題在提示詞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01 ｜ Higgsfield 開源 AI 電影提示詞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提示詞骨架模板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可直接照抄，四層各自對應一個欄位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3218688"/>
          </a:xfrm>
          <a:prstGeom prst="roundRect">
            <a:avLst>
              <a:gd name="adj" fmla="val 1420"/>
            </a:avLst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17904"/>
            <a:ext cx="760780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[L1 錨點]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@角色A = &lt;身高 / 體型 / 臉部 / 髮型 / 服裝 / 材質 / 專屬特徵&gt;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@場景  = &lt;地點 / 時間 / 天氣 / 光源方向與色溫&gt;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[L2 空間]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角色A 位於場景中心，鏡頭起始距離 8 公尺、高度 3 公尺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鏡頭終點距離 4 公尺、高度 2 公尺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[L3 時間碼]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0.0–0.5s   角色A 手部撐地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0.5–1.5s   頭盔抬起，面部進入光區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1.5–3.0s   完全站直，鏡頭同步推近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3.0–3.4s   變身（0.4 秒完成）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[L4 硬規則]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- 光源僅來自左上方 45 度，色溫 3200K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- 水晶材質永遠勝過鋼鐵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- 能見度上限 20 公尺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01 ｜ Higgsfield 開源 AI 電影提示詞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正確性檢視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查證日期 2026-08-11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3931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主張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狀態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說明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95 分鐘 / 50 萬美元 / 14 天 / 15 人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47857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✓ 已驗證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官方與多家外媒一致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16,181 次生成 → 253 鏡頭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⚠ 存疑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CineD 指這是開場 25 分鐘的數字，非全片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「模型固定成 CS 2.0」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⚠ 需修正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CS＝Cinema Studio，是工作台不是模型；實際用 3.5 版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Alex Mashrabov 為執行長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47857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✓ 已驗證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影展總獎金 100 萬 / 首獎 50 萬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47857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✓ 已驗證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共 14 個獎項，8/31 截止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DeepMind × A24 的 7,500 萬美元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47857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✓ 已驗證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2026 年 6 月，Variety、THR 報導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4281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原文未提但值得知道：官方稱本片曾在坎城電影市場展放映，但 CineD 報導坎城方否認曾放映。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01 ｜ Higgsfield 開源 AI 電影提示詞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這對教學與創作有什麼用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四層結構可直接變成分鏡作業的規格表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逼學生把「我想要很帥的感覺」翻譯成可執行的規格——這正是分鏡課最難教的部分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「負面表述失效」是絕佳的第一堂課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先寫「不要有 CGI 感」，再改成描述光線材質，五分鐘的對照實驗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描述你要的，而不是抱怨你不要的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這條原則在寫需求文件、跟業主溝通、帶團隊時完全通用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三層堆疊法其實就是遊戲美術的 LOD 與 fog culling 思維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可當成「傳統技法與 AI 生成共通原理」的教材切入點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開源包裡的失敗版本才是金礦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成品到處都有，迭代記錄極罕見——它揭露的是決策過程，不是結果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01 ｜ Higgsfield 開源 AI 電影提示詞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延伸閱讀與資源連結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動區原文報導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Higgsfield Global Film Festival</a:t>
            </a:r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— 總獎金 100 萬美元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官方幕後拆解影片（19 分鐘）</a:t>
            </a:r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— 提示詞直接打在畫面上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成片 Hell Grind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CineD：坎城放映的質疑報導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6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Variety：Google 投資 A24 7,500 萬美元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01 ｜ Higgsfield 開源 AI 電影提示詞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樹德科技大學 動畫與遊戲設計系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Higgsfield 開源 95 分鐘 AI 電影提示詞</dc:title>
  <dc:subject>Higgsfield 開源 95 分鐘 AI 電影提示詞</dc:subject>
  <dc:creator>鄧樹遠</dc:creator>
  <cp:lastModifiedBy>鄧樹遠</cp:lastModifiedBy>
  <cp:revision>1</cp:revision>
  <dcterms:created xsi:type="dcterms:W3CDTF">2026-08-10T23:24:54Z</dcterms:created>
  <dcterms:modified xsi:type="dcterms:W3CDTF">2026-08-10T23:24:54Z</dcterms:modified>
</cp:coreProperties>
</file>