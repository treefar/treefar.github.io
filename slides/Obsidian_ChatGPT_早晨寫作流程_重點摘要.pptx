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qhIBGwMM_b0" TargetMode="External"/><Relationship Id="rId2" Type="http://schemas.openxmlformats.org/officeDocument/2006/relationships/hyperlink" Target="https://henrychu.substack.com" TargetMode="External"/><Relationship Id="rId3" Type="http://schemas.openxmlformats.org/officeDocument/2006/relationships/hyperlink" Target="https://www.ship30for30.com/" TargetMode="External"/><Relationship Id="rId4" Type="http://schemas.openxmlformats.org/officeDocument/2006/relationships/hyperlink" Target="https://www.typeless.com/" TargetMode="External"/><Relationship Id="rId5" Type="http://schemas.openxmlformats.org/officeDocument/2006/relationships/hyperlink" Target="https://obsidian.md/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188720"/>
            <a:ext cx="13716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498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寫作與知識管理 ｜ 重點摘要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用 Obsidian + ChatGPT</a:t>
            </a:r>
            <a:endParaRPr lang="en-US" sz="4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陪自己練習寫作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8529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晚上囤點子、早上寫成文章的日常流程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9E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來源：YouTube「跟朱騏一起打造知識型一人公司」｜ 發布：2026-08-09 ｜ 長度 28:28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9E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整理：鄧樹遠 ｜ 2026-08-11 ｜ 逐字稿以本機語音辨識產生，專有名詞有誤差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先說明格式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8046720" cy="1188720"/>
          </a:xfrm>
          <a:prstGeom prst="roundRect">
            <a:avLst>
              <a:gd name="adj" fmla="val 4615"/>
            </a:avLst>
          </a:prstGeom>
          <a:solidFill>
            <a:srgbClr val="FDF3DC"/>
          </a:solidFill>
          <a:ln w="12700">
            <a:solidFill>
              <a:srgbClr val="FDF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225296"/>
            <a:ext cx="75712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這不是單向教學影片，是兩人對談 ＋ 螢幕分享。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505456"/>
            <a:ext cx="804672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主講者示範自己的流程，另一位在旁提問與延伸討論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後半段最有價值的幾個結論，是對談當下即興長出來的，不是事先準備的教材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影片開頭從一句話的中間開始　—　這應該是某段更長錄影的剪輯片段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說明欄章節列到 43:00，但影片只有 28:28（詳見正確性檢視）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05 ｜ Obsidian × ChatGPT 寫作流程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4B8A6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“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我沒有把這些點子放在同一個頁面</a:t>
            </a:r>
            <a:endParaRPr lang="en-US" sz="2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—— 我覺得這是一個蠻關鍵的動作。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602736"/>
            <a:ext cx="822960" cy="320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整支影片真正的核心洞察（逐字稿 03:12）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核心流程：一頁筆記，三個 Section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整個系統就是一頁 Obsidian 筆記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3218688"/>
          </a:xfrm>
          <a:prstGeom prst="roundRect">
            <a:avLst>
              <a:gd name="adj" fmla="val 1420"/>
            </a:avLst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22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517904"/>
            <a:ext cx="760780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┌──────────────────────────────────────────────┐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│                                              │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│   RAW  IDEA     ←  睡前寫 10 個點子            │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│       ↓             沒用到的留在這繼續長        │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│                                              │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│   OUTLINE       ←  用 10 Magical Ways 展開     │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│       ↓             全部用 bullet point        │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│                                              │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│   OUTPUT        ←  明早要寫的那一篇            │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│                     輸出後 archive 移走        │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│                                              │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└──────────────────────────────────────────────┘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05 ｜ Obsidian × ChatGPT 寫作流程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Raw Idea 與 Outline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三分之二的時間在規劃，三分之一在輸出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26464"/>
            <a:ext cx="8046720" cy="3145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睡前寫下 10 個點子，工具用手機版 Obsidian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來源不拘：看書、滑 X、聽 podcast、當天教課想到的事，一個點寫一條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從 Raw Idea 挑出已經知道能講什麼的，展開成大綱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格式規定：全部用 bullet point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讓你一眼看完所有混亂的點子，同時允許往裡面塞任意多的細節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30 分鐘的寫作時間，花 20 分鐘在做 Outline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對著 10 Magical Ways 清單一條條想「這個角度能不能補」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寫 Outline 時也用語音輸入（Typeless），不打字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05 ｜ Obsidian × ChatGPT 寫作流程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Output：大綱 ＋ 語音 → ChatGPT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實際操作四步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26464"/>
            <a:ext cx="8046720" cy="3145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開 ChatGPT，模型調到中等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說「幫我寫一篇文章，以下是大綱」，把大綱貼進去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開語音轉文字，看著大綱從上到下用講的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心態設定：像在跟一個人解釋這件事。一篇大約講 15 分鐘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ChatGPT 拿到「大綱 ＋ 口述細節」後產出文章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口述時邏輯難免有缺漏，ChatGPT 會幫你把邏輯補起來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後續加工：發 Facebook → 做資訊圖壓縮 → 未來想拿 longform 再錄 Podcast 或拍 YouTube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05 ｜ Obsidian × ChatGPT 寫作流程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最有價值的部分：沒用到的點子怎麼辦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每天寫 10 個，只用 1 個，剩下 9 個呢？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26464"/>
            <a:ext cx="8046720" cy="3145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用紙寫的話，答案很誠實：丟在旁邊，最後就當捨棄了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解法：全部留在同一頁，讓相關的點子往彼此底下拖，主題自己長出來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實例一：五條教課相關的點子，全部貼到「企業內訓的想法」底下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新增的那條變成上位概念，那五點變成它的 outline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實例二：「拖延症最好的方法是先做五分鐘」＋ 幾天前鎖廚具拖延的故事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兩條講的是同一件事，直接 cluster 在一起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額外好處：對著已經聚起來的點子再跑一次 10 Magical Ways，又會冒出新想法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05 ｜ Obsidian × ChatGPT 寫作流程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4B8A6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“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卡片盒筆記法要收集的是 idea，</a:t>
            </a:r>
            <a:endParaRPr lang="en-US" sz="2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不要在裡面發展 outline。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602736"/>
            <a:ext cx="822960" cy="320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一個值得單獨拿出來的主張（逐字稿 23:56）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為什麼卡片盒不該拿來寫作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3877056" cy="3383280"/>
          </a:xfrm>
          <a:prstGeom prst="roundRect">
            <a:avLst>
              <a:gd name="adj" fmla="val 1622"/>
            </a:avLst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261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卡片盒的定位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682496"/>
            <a:ext cx="34747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用到後來，每張卡片其實只是一個 prompt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它提醒你「我讀某本書時想到了什麼」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是輸入端的索引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18304" y="1152144"/>
            <a:ext cx="3877056" cy="3383280"/>
          </a:xfrm>
          <a:prstGeom prst="roundRect">
            <a:avLst>
              <a:gd name="adj" fmla="val 1622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261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在裡面發展 outline 的問題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19472" y="1682496"/>
            <a:ext cx="34747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等於在卡片盒裡面寫作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變成一直在記你已經知道的東西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　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既然已經知道了，乾脆直接寫成文章就好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05 ｜ Obsidian × ChatGPT 寫作流程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對談後半段長出來的三個結論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2548128" cy="3383280"/>
          </a:xfrm>
          <a:prstGeom prst="roundRect">
            <a:avLst>
              <a:gd name="adj" fmla="val 2153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52144"/>
            <a:ext cx="45720" cy="3383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261872"/>
            <a:ext cx="2182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大綱是劇本，口述是演戲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591056"/>
            <a:ext cx="218236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「你可以臨場加戲，但不會偏離大方向。」延伸：同一份大綱隔一段時間再演一次，講出來的會不一樣——可以 reperform。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7936" y="1152144"/>
            <a:ext cx="2548128" cy="3383280"/>
          </a:xfrm>
          <a:prstGeom prst="roundRect">
            <a:avLst>
              <a:gd name="adj" fmla="val 2153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7936" y="1152144"/>
            <a:ext cx="45720" cy="3383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499104" y="1261872"/>
            <a:ext cx="2182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其實不一定需要 Obsidian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99104" y="1591056"/>
            <a:ext cx="218236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只要有一個單一檔案的頁面，一直保留、輸出後移走就成立。Google Doc 可能更純粹，因為它就是一個頁面。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47232" y="1152144"/>
            <a:ext cx="2548128" cy="3383280"/>
          </a:xfrm>
          <a:prstGeom prst="roundRect">
            <a:avLst>
              <a:gd name="adj" fmla="val 2153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47232" y="1152144"/>
            <a:ext cx="45720" cy="3383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400" y="1261872"/>
            <a:ext cx="2182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單頁筆記失敗，是因為沒有出口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48400" y="1591056"/>
            <a:ext cx="218236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以前累積到越來越長就放棄。這次的差別是：內容一旦輸出成文章，那一組就 archive 移走。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05 ｜ Obsidian × ChatGPT 寫作流程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一個技術細節：讓自己一直看到它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8046720" cy="1188720"/>
          </a:xfrm>
          <a:prstGeom prst="roundRect">
            <a:avLst>
              <a:gd name="adj" fmla="val 4615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225296"/>
            <a:ext cx="75712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這套方法有個前提　—　你一定要非常常拜訪它。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505456"/>
            <a:ext cx="804672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安裝 Obsidian 的 Homepage 外掛，把這一頁設成打開就自動跳出的預設頁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主講者順帶吐槽 Notion 式儀表板：做得漂亮，但你早就知道東西在哪裡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Homepage 的價值不在美觀，在於降低回訪的摩擦力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一打開就看到，有 idea 就順手補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05 ｜ Obsidian × ChatGPT 寫作流程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今晚就能開始的最小版本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七個步驟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26464"/>
            <a:ext cx="8046720" cy="3145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</a:t>
            </a:r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開一個檔案（Obsidian 筆記或 Google Doc），分成 RAW IDEA / OUTLINE / OUTPUT 三段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設定成開啟就自動打開的預設頁（Obsidian 用 Homepage 外掛）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今晚睡前寫 10 個點子，一條一句，不求好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挑一條明天想寫的移到 OUTLINE，全部用 bullet point 展開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</a:t>
            </a:r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明早把大綱貼給 ChatGPT，開語音輸入，對著大綱講 15 分鐘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6</a:t>
            </a:r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產出後把那一組 archive 移走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7</a:t>
            </a:r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剩下沒用到的 9 條留著別刪，每天回來把講同一件事的往彼此底下拖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05 ｜ Obsidian × ChatGPT 寫作流程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正確性檢視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查證日期 2026-08-11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8046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63040"/>
                <a:gridCol w="3931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項目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狀態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說明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說明欄章節 vs 影片長度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⚠ 不符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章節列到 43:00，影片只有 28:28；28:00 後四個主題不在片中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Dickie Bush 與 10 Magical Ways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47857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✓ 真實存在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Ship 30 for 30 的展開大綱框架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Nick Milo 的連結式手法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47857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✓ 真實存在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Linking Your Thinking，MOC 概念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Justin Welsh 的 longform 模式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47857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✓ 真實存在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長文再拆解成多平台內容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Typeless 語音輸入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47857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✓ 真實存在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AI 語音聽寫，會自動去贅詞並整理結構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Obsidian Homepage 外掛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47857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✓ 真實存在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設定開啟時的預設頁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逐字稿專有名詞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⚠ 有誤差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本機語音辨識產生，見下頁對照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05 ｜ Obsidian × ChatGPT 寫作流程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語音辨識誤差對照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3877056" cy="3383280"/>
          </a:xfrm>
          <a:prstGeom prst="roundRect">
            <a:avLst>
              <a:gd name="adj" fmla="val 1622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261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逐字稿出現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682496"/>
            <a:ext cx="34747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Change VT、ChairGBT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10 manage call way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Type List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Oxygen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Bluepoint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間歇斯日記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18304" y="1152144"/>
            <a:ext cx="3877056" cy="3383280"/>
          </a:xfrm>
          <a:prstGeom prst="roundRect">
            <a:avLst>
              <a:gd name="adj" fmla="val 1622"/>
            </a:avLst>
          </a:prstGeom>
          <a:solidFill>
            <a:srgbClr val="DCF3EB"/>
          </a:solidFill>
          <a:ln w="12700">
            <a:solidFill>
              <a:srgbClr val="DCF3EB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261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應為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19472" y="1682496"/>
            <a:ext cx="34747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ChatGPT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10 Magical Ways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Typeless（語音輸入工具）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Obsidian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bullet point</a:t>
            </a:r>
            <a:endParaRPr lang="en-US" sz="15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・</a:t>
            </a:r>
            <a:pPr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間歇日記 Interstitial Journaling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05 ｜ Obsidian × ChatGPT 寫作流程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延伸閱讀與資源連結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原始影片</a:t>
            </a:r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— 28:28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頻道電子報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Ship 30 for 30（Dickie Bush）</a:t>
            </a:r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— 10 Magical Ways 出處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Typeless 語音輸入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Obsidian 官方網站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05 ｜ Obsidian × ChatGPT 寫作流程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樹德科技大學 動畫與遊戲設計系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Obsidian + ChatGPT 早晨寫作流程</dc:title>
  <dc:subject>Obsidian + ChatGPT 早晨寫作流程</dc:subject>
  <dc:creator>鄧樹遠</dc:creator>
  <cp:lastModifiedBy>鄧樹遠</cp:lastModifiedBy>
  <cp:revision>1</cp:revision>
  <dcterms:created xsi:type="dcterms:W3CDTF">2026-08-10T23:24:54Z</dcterms:created>
  <dcterms:modified xsi:type="dcterms:W3CDTF">2026-08-10T23:24:54Z</dcterms:modified>
</cp:coreProperties>
</file>