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ocktempo.com/openai-courts-hollywood/" TargetMode="External"/><Relationship Id="rId2" Type="http://schemas.openxmlformats.org/officeDocument/2006/relationships/hyperlink" Target="https://petapixel.com/2024/03/25/openai-is-meeting-hollywood-this-week-to-discuss-its-ai-video-generator-sora/" TargetMode="External"/><Relationship Id="rId3" Type="http://schemas.openxmlformats.org/officeDocument/2006/relationships/hyperlink" Target="https://www.hollywoodreporter.com/business/business-news/sam-altman-openai-sora-agencies-talent-1236401618/" TargetMode="External"/><Relationship Id="rId4" Type="http://schemas.openxmlformats.org/officeDocument/2006/relationships/hyperlink" Target="https://www.indiewire.com/news/analysis/a24-google-deepmind-workflow-ai-1235201651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AI 影音生產 ｜ 重點摘要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OpenAI 向好萊塢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示範 Sora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緩解電影業焦慮？為何這麼做？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來源：動區動趨 BlockTempo ｜ 作者：James ｜ 發布：2024-03-29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整理：鄧樹遠 ｜ 2026-08-11 ｜ ⚠ 這是兩年前的舊文，結論已被後續發展推翻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先講最重要的一件事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25296"/>
            <a:ext cx="7571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這是一篇 2024 年 3 月的舊文，不是新聞。距今已經兩年五個月。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它被放在 2026 年 8 月報導的「同場加映」欄位，很容易被誤讀為近期事件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文中的產品規格、產業氛圍與各方態度，後續全部發生變化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而且變化的方向，和這篇文章的樂觀基調相反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請把它當成歷史文件：它記錄的是「AI 影像剛登場時，好萊塢的第一反應」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關鍵事實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以 2024 年 3 月的時空為準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項目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內容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時間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2024 年 3 月（原文寫「最近幾天」會面）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OpenAI 出席者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執行長 Sam Altman、營運長 Brad Lightcap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拜訪對象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派拉蒙、環球、華納兄弟探索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Sora 當時規格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最長 1 分鐘、1080p、文字或靜態圖片輸入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合作進度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未簽署任何正式協議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上市時程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未公布，安全措施未完成，商業化方式未定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產業背景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2023 年編劇與演員工會罷工剛落幕，已取得 AI 保護條款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OpenAI 為什麼要主動拜碼頭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答案藏在時間點裡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Sora 在 2024 年 2 月發表，震撼度極高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2023 年好萊塢剛結束歷時數月的雙工會大罷工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罷工的核心訴求之一，就是 AI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罷工最終以工會在合約中拿到一系列 AI 使用保護措施收場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在這個節骨眼上被貼上「取代創作者」的標籤，等於自斷產業通路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所以主動示範、主動溝通，本身就是危機處理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片廠的反應：有興趣，但沒人簽約　—　open door, closed wallet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電影產業對 Sora 普遍樂觀，</a:t>
            </a:r>
            <a:endParaRPr lang="en-US" sz="2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因為這項技術被視為省成本的因素，</a:t>
            </a:r>
            <a:endParaRPr lang="en-US" sz="2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而不會動到說故事的創造性核心。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822960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媒體分析師 Claire Enders（原文引述，未能獨立驗證）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兩年後回頭看：這個框架崩了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2024 年的假設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AI 只是幫我們省錢的工具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片廠態度樂觀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Sora 最長 1 分鐘、1080p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溝通與示範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8304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2026 年的現實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50 萬美元、15 人、14 天就能做出 95 分鐘長片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那三家片廠後續都在告 AI 公司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Sora 2 已推出，初代規格早被超越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肖像權爭議、經紀公司指控說法反覆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同一套公關腳本，兩年後又用了一次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25296"/>
            <a:ext cx="7571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省成本 → 不碰創意核心 → 保留創作控制權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2024 年 OpenAI 對好萊塢說的，和 2026 年 A24 對外說的，關鍵詞完全重疊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A24 合夥人公開強調：這個合作不會做出讓創作者不安的那類 AI 工具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差別在於，2026 年這次附帶 Google 的 7,500 萬美元股權投資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說法沒進化，籌碼變大了　—　這本身就是媒體識讀的好素材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這對教學與創作有什麼用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現成的「科技公司如何進入既有產業」案例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把 2024 這篇和 2026 的 A24 案例並排，讓學生比較兩份公關論述的措辭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教「查發布日期」這件事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不看日期就引用，會拿兩年前的規格當現況談——學生報告的高頻錯誤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判斷 AI 工具的產業影響，關鍵問題不是「它能省多少成本」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而是「它會不會讓不需要你的人也做得出來」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延伸閱讀與資源連結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動區原文報導（2024-03-29）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PetaPixel：同期外媒報導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Hollywood Reporter：Sora 2 與好萊塢的衝突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後續發展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IndieWire：A24 向 DeepMind 開放製作流程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02 ｜ OpenAI 向好萊塢示範 Sora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樹德科技大學 動畫與遊戲設計系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向好萊塢示範 Sora</dc:title>
  <dc:subject>OpenAI 向好萊塢示範 Sora</dc:subject>
  <dc:creator>鄧樹遠</dc:creator>
  <cp:lastModifiedBy>鄧樹遠</cp:lastModifiedBy>
  <cp:revision>1</cp:revision>
  <dcterms:created xsi:type="dcterms:W3CDTF">2026-08-10T23:24:54Z</dcterms:created>
  <dcterms:modified xsi:type="dcterms:W3CDTF">2026-08-10T23:24:54Z</dcterms:modified>
</cp:coreProperties>
</file>