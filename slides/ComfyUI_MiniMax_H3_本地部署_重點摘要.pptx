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G0OgZQKDx8" TargetMode="External"/><Relationship Id="rId2" Type="http://schemas.openxmlformats.org/officeDocument/2006/relationships/hyperlink" Target="https://the-walking-fish.com/p/minimax-h3/" TargetMode="External"/><Relationship Id="rId3" Type="http://schemas.openxmlformats.org/officeDocument/2006/relationships/hyperlink" Target="https://www.minimax.io/blog/minimax-h3" TargetMode="External"/><Relationship Id="rId4" Type="http://schemas.openxmlformats.org/officeDocument/2006/relationships/hyperlink" Target="https://huggingface.co/Comfy-Org/MiniMax-H3" TargetMode="External"/><Relationship Id="rId5" Type="http://schemas.openxmlformats.org/officeDocument/2006/relationships/hyperlink" Target="https://civitai.com/models/2837571/minimax-h3-turbo-loras" TargetMode="External"/><Relationship Id="rId6" Type="http://schemas.openxmlformats.org/officeDocument/2006/relationships/hyperlink" Target="https://www.comfy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AI 影音生產 ｜ 實作教學摘要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ComfyUI 本地部署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MiniMax H3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免費開源影音同步生成模型 ＋ Turbo LoRA 加速實測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來源：YouTube 步行魚頻道 ｜ 發布：2026-08-10 ｜ 長度 6:41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整理：鄧樹遠 ｜ 2026-08-11 ｜ ✓ 本批次數據引用最準確的一份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一頁看完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效果好，但慢得驚人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MiniMax 開源影片生成模型 H3，最大特點是輸出直接包含影像與聲音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可吃文字、首尾幀參考圖，甚至參考音訊；ComfyUI 已內建官方工作流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1056×608 的 6 秒影片要跑約 13 分鐘；1920×1088 的 15 秒要 1 小時 20 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解方是 Turbo LoRA，但純影像 4 步會讓音訊破碎，要保住聲音得 8 步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最明顯的短板是場景一致性：切鏡頭一多，桌椅位置就會亂跑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關鍵規格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項目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內容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模型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MiniMax H3（開源，2026-08-03 釋出）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輸出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影像 ＋ 聲音（原生同步立體聲）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輸入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文字 / 首尾幀參考圖 / 參考音訊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時長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4 – 15 秒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解析度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最高 2K　⚠ 本地與 API 路線有別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LM Arena 文生影片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第 4 名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LM Arena 圖生影片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第 2 名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測試硬體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ASUS Ascent GX10（華碩版 DGX Spark），128GB 統一記憶體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效能對照：這張表最實用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3913632" cy="2103120"/>
          </a:xfrm>
          <a:prstGeom prst="roundRect">
            <a:avLst>
              <a:gd name="adj" fmla="val 2609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572768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13 分鐘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7307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1056 × 608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 秒影片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81728" y="1316736"/>
            <a:ext cx="3913632" cy="2103120"/>
          </a:xfrm>
          <a:prstGeom prst="roundRect">
            <a:avLst>
              <a:gd name="adj" fmla="val 2609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6592" y="1572768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 小時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20 分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73168" y="2560320"/>
            <a:ext cx="37307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1920 × 1088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15 秒影片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8046720" cy="749808"/>
          </a:xfrm>
          <a:prstGeom prst="roundRect">
            <a:avLst>
              <a:gd name="adj" fmla="val 609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75888"/>
            <a:ext cx="7644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作者原話是「可以說是非常相當之久」。先看這張表決定要不要投入，再決定要不要裝。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三段實測結果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52144"/>
            <a:ext cx="45720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純文字生成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 秒、0.6 百萬像素。畫面表現「還算是可以」。提示詞先用 Gemini 幫忙構建。限制：沒有參考圖，模型不知道頻道頭像長什麼樣。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7936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7936" y="1152144"/>
            <a:ext cx="45720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99104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加入參考圖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9104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✓ 頻道頭像與影片縮圖都正確呈現。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✗ 按暫停細看，文字渲染是錯的——動起來看不出來，定格就露餡。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47232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7232" y="1152144"/>
            <a:ext cx="45720" cy="33832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400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多圖參考短劇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48400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✓ 角色長相還原不錯，分鏡與提示詞遵循良好。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✗ 切視角一多，桌椅等場景物件位置一直被變動。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整體場景環境的一致性，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其實還沒有辦法做到真正的非常好。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本片最有價值的診斷　—　弱點不在畫質，在跨鏡頭的空間記憶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實作步驟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從安裝到跑起來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安裝 ComfyUI：作者偏好 GitHub Releases 的 Portable 版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解壓縮 → 進 update 資料夾 → 執行 update_comfyui_stable.bat → 回外層執行 run_nvidia_gpu.bat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取得模型：最新版側邊欄範本已內建三個工作流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圖生影片、文生影片、參考生影片。點進去會直接告訴你要下載哪些模型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版本選擇：優先選 int8 或 FP8，且帶 pruned 後綴的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體積更小，且修剪掉的部分與一般推理無關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低 VRAM：作者尚未實驗 GGUF，推測 12GB 應可勉強跑動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這是推測不是實測，請自行驗證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Turbo LoRA 加速：最關鍵的操作知識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 步　—　只要畫面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純影像部分 4 步就能生成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但音訊很容易破碎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適合：之後另外配音的情況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8304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DCF3EB"/>
          </a:solidFill>
          <a:ln w="12700">
            <a:solidFill>
              <a:srgbClr val="DCF3EB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 步　—　需要聲音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要完整音訊必須拉到 8 步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KSampler 改為 Euler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Scheduler 設為 beta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音質仍普通，但至少不會破碎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正確性檢視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查證日期 2026-08-11：整體遠優於本批次的三篇文章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主張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狀態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說明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LM Arena 文生第 4、圖生第 2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完全正確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與 2026-08-07 的實際排名吻合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影音同步輸出、最長 15 秒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官方稱原生立體聲同步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ASUS Ascent GX10 規格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已驗證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GB10 超級晶片、128GB LPDDR5x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最高 2K 解析度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需分辨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本地開源版主要輸出 768p，完整 2K 流程依賴 API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「核心規模相當於 5070」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粗略類比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統一記憶體架構，不宜當成效能等價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12GB VRAM 可勉強跑動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○ 作者自述推測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影片已誠實標明「理論上」，無誤導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428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⚠ 影片未提的重要缺漏：據報導 MiniMax H3 的開源權重授權排除美國使用者，使用前務必自行閱讀授權原文。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這對教學與創作有什麼用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那張效能對照表是最好的期望管理教材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「15 秒影片＝1 小時 20 分鐘」比講一百次「提示詞要精準」有效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「4 步夠畫面、8 步才夠聲音」是絕佳的取捨案例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不是「越高越好」，而是「你要什麼，就付對應的代價」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和 Higgsfield 那份對照講，效果最好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AI 影片模型沒有真正的 3D 空間記憶，所有一致性都是靠提示詞硬撐出來的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「用 Gemini 生成影片提示詞」值得學起來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讓語言模型負責把模糊意圖翻譯成結構化規格，這個兩段式流程可寫進作業要求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中文語音對話可用，但畫面文字渲染別碰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中文台詞交給模型，字卡、標題、招牌請後製自己加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延伸閱讀與資源連結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步行魚原始影片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6:41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本集文章版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MiniMax H3 官方發布文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ComfyUI 量化版模型（Hugging Face）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建議選 int8 / FP8 pruned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MiniMax H3 加速 LoRA（Civitai）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ComfyUI 官方網站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04 ｜ ComfyUI × MiniMax H3 本地部署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樹德科技大學 動畫與遊戲設計系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ComfyUI 本地部署 MiniMax H3</dc:title>
  <dc:subject>ComfyUI 本地部署 MiniMax H3</dc:subject>
  <dc:creator>鄧樹遠</dc:creator>
  <cp:lastModifiedBy>鄧樹遠</cp:lastModifiedBy>
  <cp:revision>1</cp:revision>
  <dcterms:created xsi:type="dcterms:W3CDTF">2026-08-10T23:24:54Z</dcterms:created>
  <dcterms:modified xsi:type="dcterms:W3CDTF">2026-08-10T23:24:54Z</dcterms:modified>
</cp:coreProperties>
</file>