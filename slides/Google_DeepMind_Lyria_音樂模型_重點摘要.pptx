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ocktempo.com/google-deepmind-lyria-3-5-flow-music-launch/" TargetMode="External"/><Relationship Id="rId2" Type="http://schemas.openxmlformats.org/officeDocument/2006/relationships/hyperlink" Target="https://blog.google/innovation-and-ai/models-and-research/google-labs/lyria-3-5/" TargetMode="External"/><Relationship Id="rId3" Type="http://schemas.openxmlformats.org/officeDocument/2006/relationships/hyperlink" Target="https://www.techtimes.com/articles/322113/20260729/googles-lyria-35-sharpens-vocals-lyrics-while-rivals-fight-court.ht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498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AI 影音生產 ｜ 重點摘要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Google DeepMind</a:t>
            </a:r>
            <a:endParaRPr lang="en-US" sz="4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發布 Lyria 3.5 音樂模型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全面升級人聲與歌詞，整合進 Google Flow Music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來源：動區動趨 BlockTempo ｜ 作者：Aspen ｜ 發布：2026-07-30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E9E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整理：鄧樹遠 ｜ 2026-08-11 ｜ ⚠ 標題把舊功能寫成新功能，且缺少關鍵脈絡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一頁看完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品質補完，不是能力躍進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DeepMind 推出 Lyria 3.5，已整合進 Google Flow Music 平台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可用文字或圖像提示，生成含人聲、歌詞與多樂器的完整曲目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升級集中在四面向：音樂性、歌詞品質、擬真人聲、創作控制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⚠ 標題主打的「3 分鐘」不是新功能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3 分鐘上限在 2026 年 3 月的 Lyria 3 Pro 就已經有了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⚠ 原文完全沒提最關鍵的產業脈絡：授權資料 vs 競爭對手的訴訟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03 ｜ Google DeepMind Lyria 3.5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四大核心升級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3922776" cy="1591056"/>
          </a:xfrm>
          <a:prstGeom prst="roundRect">
            <a:avLst>
              <a:gd name="adj" fmla="val 3448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52144"/>
            <a:ext cx="45720" cy="15910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61872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音樂性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591056"/>
            <a:ext cx="355701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旋律結構更豐富、更複雜，層次感提升，機械感降低。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72584" y="1152144"/>
            <a:ext cx="3922776" cy="1591056"/>
          </a:xfrm>
          <a:prstGeom prst="roundRect">
            <a:avLst>
              <a:gd name="adj" fmla="val 3448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72584" y="1152144"/>
            <a:ext cx="45720" cy="15910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261872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歌詞品質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3752" y="1591056"/>
            <a:ext cx="355701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歌詞品質提高、更精準遵循提示詞、對歌曲結構的意識更強。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3922776" cy="1591056"/>
          </a:xfrm>
          <a:prstGeom prst="roundRect">
            <a:avLst>
              <a:gd name="adj" fmla="val 3448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44368"/>
            <a:ext cx="45720" cy="15910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54096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擬真人聲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3383280"/>
            <a:ext cx="355701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更具表現力、情感層次更細膩、發音準確度提升。這是 AI 音樂最容易露餡的地方。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72584" y="2944368"/>
            <a:ext cx="3922776" cy="1591056"/>
          </a:xfrm>
          <a:prstGeom prst="roundRect">
            <a:avLst>
              <a:gd name="adj" fmla="val 3448"/>
            </a:avLst>
          </a:prstGeom>
          <a:solidFill>
            <a:srgbClr val="F7F9FB"/>
          </a:solidFill>
          <a:ln w="12700">
            <a:solidFill>
              <a:srgbClr val="E4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B122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2944368"/>
            <a:ext cx="45720" cy="15910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054096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創作控制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73752" y="3383280"/>
            <a:ext cx="3557016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3C4A5C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可更輕易調整節奏（tempo）與時長。這才是 3.5 在長度上的真正新增。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03 ｜ Google DeepMind Lyria 3.5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關鍵規格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07008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項目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內容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模型 / 開發者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Lyria 3.5 ｜ Google DeepMind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平台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Google Flow Music（對所有使用者免費開放）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官方發布日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2026-07-29（動區報導日為 07-30）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輸入方式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文字提示 / 圖像提示（多模態）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最長時長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約 3 分鐘　⚠ 此為前代 Lyria 3 Pro 已具備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前代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Lyria 3、Lyria 3 Pro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主要競爭者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jf金萱3.1 三分糖" pitchFamily="34" charset="0"/>
                          <a:ea typeface="jf金萱3.1 三分糖" pitchFamily="34" charset="-122"/>
                          <a:cs typeface="jf金萱3.1 三分糖" pitchFamily="34" charset="-120"/>
                        </a:rPr>
                        <a:t>Suno、Udio</a:t>
                      </a:r>
                      <a:endParaRPr lang="en-US" sz="1300" dirty="0">
                        <a:latin typeface="jf金萱3.1 三分糖" charset="0"/>
                        <a:ea typeface="jf金萱3.1 三分糖" charset="0"/>
                        <a:cs typeface="jf金萱3.1 三分糖" charset="0"/>
                      </a:endParaRPr>
                    </a:p>
                  </a:txBody>
                  <a:tcPr marL="100584" marR="100584" marT="64008" marB="64008" anchor="ctr">
                    <a:lnL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4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4281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這是 DeepMind 五個月內第三次音樂模型發布——節奏密集本身就是訊號。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03 ｜ Google DeepMind Lyria 3.5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正確性檢視：標題誤導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8046720" cy="1188720"/>
          </a:xfrm>
          <a:prstGeom prst="roundRect">
            <a:avLst>
              <a:gd name="adj" fmla="val 4615"/>
            </a:avLst>
          </a:prstGeom>
          <a:solidFill>
            <a:srgbClr val="FDF3DC"/>
          </a:solidFill>
          <a:ln w="12700">
            <a:solidFill>
              <a:srgbClr val="FDF3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225296"/>
            <a:ext cx="757123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「支援生成 3 分鐘神曲」把繼承功能寫成了新功能。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05456"/>
            <a:ext cx="8046720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 分鐘長度是 2026 年 3 月的 Lyria 3 Pro 就已具備的能力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Lyria 3.5 的實際新增是「讓使用者更容易調整節奏與時長」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原文自己也寫了「建立在前代 Lyria 3 與 Lyria 3 Pro 的基礎上」，可見作者知道有前代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45309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　</a:t>
            </a:r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四大升級的分類與 Google 官方部落格完全一致，這部分是準確的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03 ｜ Google DeepMind Lyria 3.5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58368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4B8A6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“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Suno 與 Udio 正面臨 Sony Music 的著作權訴訟，</a:t>
            </a:r>
            <a:endParaRPr lang="en-US" sz="21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而 Lyria 使用已授權資料訓練。</a:t>
            </a:r>
            <a:endParaRPr lang="en-US" sz="2100" dirty="0"/>
          </a:p>
          <a:p>
            <a:pPr indent="0" marL="0">
              <a:lnSpc>
                <a:spcPct val="134000"/>
              </a:lnSpc>
              <a:buNone/>
            </a:pPr>
            <a:endParaRPr lang="en-US" sz="21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這才是 Google 打這場仗的真正籌碼。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3602736"/>
            <a:ext cx="822960" cy="320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原文未提及　—　本頁內容來自外部查證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為什麼這層脈絡不能漏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這不是產品品質之爭，是合規之爭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26464"/>
            <a:ext cx="8046720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Suno、Udio 的核心風險在法律，不在技術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Google 的差異化籌碼是授權合規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對唱片公司、廣告主、平台方而言，「能不能用得安心」的權重遠高於「聲音好不好聽」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Lyria 3.5 提升人聲品質，是在補最後一塊短板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法務上已經領先，現在把品質也追上，對手就沒有立足點了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原文只寫「持續撼動市場」，讀者會誤以為這只是例行版本更新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03 ｜ Google DeepMind Lyria 3.5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這對教學與創作有什麼用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「授權資料」值得專門講一堂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同樣是 AI 生成音樂，訓練資料的來源決定你能不能拿去比賽、投稿、上架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版本號的閱讀訓練：3 → 3 Pro → 3.5，哪些是能力擴張、哪些是品質補完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這篇把繼承功能寫成新功能，正好是現成的反面教材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3 分鐘夠一支短片或一段主題曲，但不夠做完整 BGM 循環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規劃畢製時要知道邊界在哪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4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圖像提示被低估了：可以丟概念美術圖去生成配樂</a:t>
            </a:r>
            <a:pPr indent="0" marL="0">
              <a:lnSpc>
                <a:spcPct val="152000"/>
              </a:lnSpc>
              <a:buNone/>
            </a:pP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　讓音樂與視覺定調同源，對統一作品調性很有用</a:t>
            </a:r>
            <a:endParaRPr lang="en-US" sz="1700" dirty="0"/>
          </a:p>
          <a:p>
            <a:pPr indent="0" marL="0">
              <a:lnSpc>
                <a:spcPct val="152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5</a:t>
            </a:r>
            <a:pPr indent="0" marL="0">
              <a:lnSpc>
                <a:spcPct val="152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與 Higgsfield 的方法互通：與其寫「悲傷的音樂」，不如寫 BPM、調性、樂器編制、段落結構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03 ｜ Google DeepMind Lyria 3.5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50292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7882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32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延伸閱讀與資源連結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1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動區原文報導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2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官方發布公告</a:t>
            </a:r>
            <a:pPr indent="0" marL="0">
              <a:lnSpc>
                <a:spcPct val="134000"/>
              </a:lnSpc>
              <a:buNone/>
            </a:pPr>
            <a:r>
              <a:rPr lang="en-US" sz="13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　— 四大升級的一手來源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500" b="1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3　</a:t>
            </a:r>
            <a:pPr indent="0" marL="0">
              <a:lnSpc>
                <a:spcPct val="134000"/>
              </a:lnSpc>
              <a:buNone/>
            </a:pPr>
            <a:r>
              <a:rPr lang="en-US" sz="1500" u="sng" dirty="0">
                <a:solidFill>
                  <a:srgbClr val="0D9488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TechTimes：Lyria 3.5 與競爭對手的訴訟背景</a:t>
            </a:r>
            <a:pPr indent="0" marL="0">
              <a:lnSpc>
                <a:spcPct val="134000"/>
              </a:lnSpc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8046720" cy="10973"/>
          </a:xfrm>
          <a:prstGeom prst="rect">
            <a:avLst/>
          </a:prstGeom>
          <a:solidFill>
            <a:srgbClr val="E4E9E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183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03 ｜ Google DeepMind Lyria 3.5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47183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jf金萱3.1 三分糖" pitchFamily="34" charset="0"/>
                <a:ea typeface="jf金萱3.1 三分糖" pitchFamily="34" charset="-122"/>
                <a:cs typeface="jf金萱3.1 三分糖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樹德科技大學 動畫與遊戲設計系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DeepMind 發布 Lyria 3.5 音樂模型</dc:title>
  <dc:subject>Google DeepMind 發布 Lyria 3.5 音樂模型</dc:subject>
  <dc:creator>鄧樹遠</dc:creator>
  <cp:lastModifiedBy>鄧樹遠</cp:lastModifiedBy>
  <cp:revision>1</cp:revision>
  <dcterms:created xsi:type="dcterms:W3CDTF">2026-08-10T23:24:54Z</dcterms:created>
  <dcterms:modified xsi:type="dcterms:W3CDTF">2026-08-10T23:24:54Z</dcterms:modified>
</cp:coreProperties>
</file>