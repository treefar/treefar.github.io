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d5191a028c4959" /><Relationship Type="http://schemas.openxmlformats.org/officeDocument/2006/relationships/extended-properties" Target="/docProps/app.xml" Id="R4211db671906479e" /><Relationship Type="http://schemas.openxmlformats.org/officeDocument/2006/relationships/officeDocument" Target="/ppt/presentation.xml" Id="R18a199c59cdb4d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684faef41444b1"/>
  </p:sldMasterIdLst>
  <p:notesMasterIdLst>
    <p:notesMasterId xmlns:r="http://schemas.openxmlformats.org/officeDocument/2006/relationships" r:id="R5ce9d5889be34788"/>
  </p:notesMasterIdLst>
  <p:sldIdLst>
    <p:sldId xmlns:r="http://schemas.openxmlformats.org/officeDocument/2006/relationships" id="256" r:id="R228f6eb344bd4396"/>
    <p:sldId xmlns:r="http://schemas.openxmlformats.org/officeDocument/2006/relationships" id="257" r:id="Rc320729196ad4ba5"/>
    <p:sldId xmlns:r="http://schemas.openxmlformats.org/officeDocument/2006/relationships" id="258" r:id="R29ce2aafd4b949ba"/>
    <p:sldId xmlns:r="http://schemas.openxmlformats.org/officeDocument/2006/relationships" id="259" r:id="Rc84ee6f3352d47b1"/>
    <p:sldId xmlns:r="http://schemas.openxmlformats.org/officeDocument/2006/relationships" id="260" r:id="R621ded9a428947fe"/>
    <p:sldId xmlns:r="http://schemas.openxmlformats.org/officeDocument/2006/relationships" id="261" r:id="R5a7ed48add61441a"/>
    <p:sldId xmlns:r="http://schemas.openxmlformats.org/officeDocument/2006/relationships" id="262" r:id="R292b837f98ef4f68"/>
    <p:sldId xmlns:r="http://schemas.openxmlformats.org/officeDocument/2006/relationships" id="263" r:id="Rc26bf073d5004711"/>
    <p:sldId xmlns:r="http://schemas.openxmlformats.org/officeDocument/2006/relationships" id="264" r:id="R158f4dced3da4b13"/>
    <p:sldId xmlns:r="http://schemas.openxmlformats.org/officeDocument/2006/relationships" id="265" r:id="R5ed5b380368a49e9"/>
    <p:sldId xmlns:r="http://schemas.openxmlformats.org/officeDocument/2006/relationships" id="266" r:id="Rcc68dacfe84d4edf"/>
    <p:sldId xmlns:r="http://schemas.openxmlformats.org/officeDocument/2006/relationships" id="267" r:id="R0abbe2c3607f4849"/>
    <p:sldId xmlns:r="http://schemas.openxmlformats.org/officeDocument/2006/relationships" id="268" r:id="R56b1cd80d8a64e89"/>
    <p:sldId xmlns:r="http://schemas.openxmlformats.org/officeDocument/2006/relationships" id="269" r:id="R71e37749b45347c0"/>
    <p:sldId xmlns:r="http://schemas.openxmlformats.org/officeDocument/2006/relationships" id="270" r:id="Re4c3234a383e4066"/>
    <p:sldId xmlns:r="http://schemas.openxmlformats.org/officeDocument/2006/relationships" id="271" r:id="R3753707949b242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f3596e019844c8" /><Relationship Type="http://schemas.openxmlformats.org/officeDocument/2006/relationships/slideMaster" Target="/ppt/slideMasters/slideMaster1.xml" Id="R1e684faef41444b1" /><Relationship Type="http://schemas.openxmlformats.org/officeDocument/2006/relationships/notesMaster" Target="/ppt/notesMasters/notesMaster1.xml" Id="R5ce9d5889be34788" /><Relationship Type="http://schemas.openxmlformats.org/officeDocument/2006/relationships/presProps" Target="/ppt/presProps.xml" Id="Re99428fd58ba40e4" /><Relationship Type="http://schemas.openxmlformats.org/officeDocument/2006/relationships/tableStyles" Target="/ppt/tableStyles.xml" Id="Rf88124023d1645fb" /><Relationship Type="http://schemas.openxmlformats.org/officeDocument/2006/relationships/slide" Target="/ppt/slides/slide1.xml" Id="R228f6eb344bd4396" /><Relationship Type="http://schemas.openxmlformats.org/officeDocument/2006/relationships/slide" Target="/ppt/slides/slide2.xml" Id="Rc320729196ad4ba5" /><Relationship Type="http://schemas.openxmlformats.org/officeDocument/2006/relationships/slide" Target="/ppt/slides/slide3.xml" Id="R29ce2aafd4b949ba" /><Relationship Type="http://schemas.openxmlformats.org/officeDocument/2006/relationships/slide" Target="/ppt/slides/slide4.xml" Id="Rc84ee6f3352d47b1" /><Relationship Type="http://schemas.openxmlformats.org/officeDocument/2006/relationships/slide" Target="/ppt/slides/slide5.xml" Id="R621ded9a428947fe" /><Relationship Type="http://schemas.openxmlformats.org/officeDocument/2006/relationships/slide" Target="/ppt/slides/slide6.xml" Id="R5a7ed48add61441a" /><Relationship Type="http://schemas.openxmlformats.org/officeDocument/2006/relationships/slide" Target="/ppt/slides/slide7.xml" Id="R292b837f98ef4f68" /><Relationship Type="http://schemas.openxmlformats.org/officeDocument/2006/relationships/slide" Target="/ppt/slides/slide8.xml" Id="Rc26bf073d5004711" /><Relationship Type="http://schemas.openxmlformats.org/officeDocument/2006/relationships/slide" Target="/ppt/slides/slide9.xml" Id="R158f4dced3da4b13" /><Relationship Type="http://schemas.openxmlformats.org/officeDocument/2006/relationships/slide" Target="/ppt/slides/slide10.xml" Id="R5ed5b380368a49e9" /><Relationship Type="http://schemas.openxmlformats.org/officeDocument/2006/relationships/slide" Target="/ppt/slides/slide11.xml" Id="Rcc68dacfe84d4edf" /><Relationship Type="http://schemas.openxmlformats.org/officeDocument/2006/relationships/slide" Target="/ppt/slides/slide12.xml" Id="R0abbe2c3607f4849" /><Relationship Type="http://schemas.openxmlformats.org/officeDocument/2006/relationships/slide" Target="/ppt/slides/slide13.xml" Id="R56b1cd80d8a64e89" /><Relationship Type="http://schemas.openxmlformats.org/officeDocument/2006/relationships/slide" Target="/ppt/slides/slide14.xml" Id="R71e37749b45347c0" /><Relationship Type="http://schemas.openxmlformats.org/officeDocument/2006/relationships/slide" Target="/ppt/slides/slide15.xml" Id="Re4c3234a383e4066" /><Relationship Type="http://schemas.openxmlformats.org/officeDocument/2006/relationships/slide" Target="/ppt/slides/slide16.xml" Id="R3753707949b242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e1674f72b349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3b08c1b38647c0" /><Relationship Type="http://schemas.openxmlformats.org/officeDocument/2006/relationships/notesMaster" Target="/ppt/notesMasters/notesMaster1.xml" Id="R75e31719afb14d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43477ddd64490b" /><Relationship Type="http://schemas.openxmlformats.org/officeDocument/2006/relationships/notesMaster" Target="/ppt/notesMasters/notesMaster1.xml" Id="Rd42a084d7e4c43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760ad0ee144df9" /><Relationship Type="http://schemas.openxmlformats.org/officeDocument/2006/relationships/notesMaster" Target="/ppt/notesMasters/notesMaster1.xml" Id="R7226aed8fef146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a7ebe9e1634dca" /><Relationship Type="http://schemas.openxmlformats.org/officeDocument/2006/relationships/notesMaster" Target="/ppt/notesMasters/notesMaster1.xml" Id="R397ad68c16314e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6e43bc575e4536" /><Relationship Type="http://schemas.openxmlformats.org/officeDocument/2006/relationships/notesMaster" Target="/ppt/notesMasters/notesMaster1.xml" Id="R4e77f53d57c145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5ee3c14ec949f9" /><Relationship Type="http://schemas.openxmlformats.org/officeDocument/2006/relationships/notesMaster" Target="/ppt/notesMasters/notesMaster1.xml" Id="R17f577f7e13149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82dc7ecbf848ba" /><Relationship Type="http://schemas.openxmlformats.org/officeDocument/2006/relationships/notesMaster" Target="/ppt/notesMasters/notesMaster1.xml" Id="Rc0aa84c1f03648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6027cfaecd4725" /><Relationship Type="http://schemas.openxmlformats.org/officeDocument/2006/relationships/notesMaster" Target="/ppt/notesMasters/notesMaster1.xml" Id="R5ad2a4a5a9514d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4dd60f585049b1" /><Relationship Type="http://schemas.openxmlformats.org/officeDocument/2006/relationships/notesMaster" Target="/ppt/notesMasters/notesMaster1.xml" Id="R4069dadd2a1c40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b9e42ced6a48ef" /><Relationship Type="http://schemas.openxmlformats.org/officeDocument/2006/relationships/notesMaster" Target="/ppt/notesMasters/notesMaster1.xml" Id="R5df32a2d90464c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69662b80b24f59" /><Relationship Type="http://schemas.openxmlformats.org/officeDocument/2006/relationships/notesMaster" Target="/ppt/notesMasters/notesMaster1.xml" Id="Raa01adbc8b9244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427cc65a6e4229" /><Relationship Type="http://schemas.openxmlformats.org/officeDocument/2006/relationships/notesMaster" Target="/ppt/notesMasters/notesMaster1.xml" Id="Re1742083a6514e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3ad2763aae64afc" /><Relationship Type="http://schemas.openxmlformats.org/officeDocument/2006/relationships/notesMaster" Target="/ppt/notesMasters/notesMaster1.xml" Id="R20fae453820340d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05ae94481e94fab" /><Relationship Type="http://schemas.openxmlformats.org/officeDocument/2006/relationships/notesMaster" Target="/ppt/notesMasters/notesMaster1.xml" Id="Rf912842957c24a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deb4771c94949f1" /><Relationship Type="http://schemas.openxmlformats.org/officeDocument/2006/relationships/notesMaster" Target="/ppt/notesMasters/notesMaster1.xml" Id="R8338558c696e491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a3bd88f6ace4432" /><Relationship Type="http://schemas.openxmlformats.org/officeDocument/2006/relationships/notesMaster" Target="/ppt/notesMasters/notesMaster1.xml" Id="R1dc8caac93bd4d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VS Code 完整入門: https://www.youtube.com/watch?v=2RbXlT5wl9c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VS Code 完整入門: https://www.youtube.com/watch?v=2RbXlT5wl9c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VS Code 完整入門: https://www.youtube.com/watch?v=2RbXlT5wl9c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VS Code 完整入門: https://www.youtube.com/watch?v=2RbXlT5wl9c</a:t>
            </a:r>
          </a:p>
          <a:p xmlns:a="http://schemas.openxmlformats.org/drawingml/2006/main">
            <a:r>
              <a:t>- Codex 辦公室與網站工作流: https://www.youtube.com/watch?v=W5ymBPi53Tw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Codex 辦公室與網站工作流: https://www.youtube.com/watch?v=W5ymBPi53Tw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Codex 辦公室與網站工作流: https://www.youtube.com/watch?v=W5ymBPi53Tw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Codex 辦公室與網站工作流: https://www.youtube.com/watch?v=W5ymBPi53Tw</a:t>
            </a:r>
          </a:p>
          <a:p xmlns:a="http://schemas.openxmlformats.org/drawingml/2006/main">
            <a:r>
              <a:t>- Codex Record &amp; Replay: https://www.youtube.com/watch?v=SFWYaF0HJiw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Codex 辦公室與網站工作流: https://www.youtube.com/watch?v=W5ymBPi53Tw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Codex 辦公室與網站工作流: https://www.youtube.com/watch?v=W5ymBPi53Tw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Codex 辦公室與網站工作流: https://www.youtube.com/watch?v=W5ymBPi53Tw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會員｜用提問改善 AI 回答: https://www.youtube.com/watch?v=-cNAPxT2ai4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VS Code 完整入門: https://www.youtube.com/watch?v=2RbXlT5wl9c</a:t>
            </a:r>
          </a:p>
          <a:p xmlns:a="http://schemas.openxmlformats.org/drawingml/2006/main">
            <a:r>
              <a:t>- Codex 辦公室與網站工作流: https://www.youtube.com/watch?v=W5ymBPi53Tw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VS Code 完整入門: https://www.youtube.com/watch?v=2RbXlT5wl9c</a:t>
            </a:r>
          </a:p>
          <a:p xmlns:a="http://schemas.openxmlformats.org/drawingml/2006/main">
            <a:r>
              <a:t>- Codex 辦公室與網站工作流: https://www.youtube.com/watch?v=W5ymBPi53Tw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Codex 辦公室與網站工作流: https://www.youtube.com/watch?v=W5ymBPi53Tw</a:t>
            </a:r>
          </a:p>
          <a:p xmlns:a="http://schemas.openxmlformats.org/drawingml/2006/main">
            <a:r>
              <a:t>- Codex Record &amp; Replay: https://www.youtube.com/watch?v=SFWYaF0HJiw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VS Code 完整入門: https://www.youtube.com/watch?v=2RbXlT5wl9c</a:t>
            </a:r>
          </a:p>
          <a:p xmlns:a="http://schemas.openxmlformats.org/drawingml/2006/main">
            <a:r>
              <a:t>- Codex 辦公室與網站工作流: https://www.youtube.com/watch?v=W5ymBPi53Tw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6aa0fece4d42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787fd7dd964460" /><Relationship Type="http://schemas.openxmlformats.org/officeDocument/2006/relationships/slideLayout" Target="/ppt/slideLayouts/slideLayout1.xml" Id="R1f8eb971f0ff4d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8eb971f0ff4d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16acdddc14104" /><Relationship Type="http://schemas.openxmlformats.org/officeDocument/2006/relationships/notesSlide" Target="/ppt/notesSlides/notesSlide1.xml" Id="R4f0b0ae93e5245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0b6e6c0f140a0" /><Relationship Type="http://schemas.openxmlformats.org/officeDocument/2006/relationships/notesSlide" Target="/ppt/notesSlides/notesSlide2.xml" Id="R477c73479a1d4b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ef750be6e4334" /><Relationship Type="http://schemas.openxmlformats.org/officeDocument/2006/relationships/notesSlide" Target="/ppt/notesSlides/notesSlide3.xml" Id="R39acfb55fcc848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e361c0bf442c0" /><Relationship Type="http://schemas.openxmlformats.org/officeDocument/2006/relationships/notesSlide" Target="/ppt/notesSlides/notesSlide4.xml" Id="R5f9e0ec998b44f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6280fbdd549a0" /><Relationship Type="http://schemas.openxmlformats.org/officeDocument/2006/relationships/notesSlide" Target="/ppt/notesSlides/notesSlide5.xml" Id="R33f5b5cfcb6140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82c7107de4eda" /><Relationship Type="http://schemas.openxmlformats.org/officeDocument/2006/relationships/notesSlide" Target="/ppt/notesSlides/notesSlide6.xml" Id="R1ef14e0ad6164f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d7978fd624265" /><Relationship Type="http://schemas.openxmlformats.org/officeDocument/2006/relationships/notesSlide" Target="/ppt/notesSlides/notesSlide7.xml" Id="R18c9c99a4bc842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f491d753b4ec5" /><Relationship Type="http://schemas.openxmlformats.org/officeDocument/2006/relationships/notesSlide" Target="/ppt/notesSlides/notesSlide8.xml" Id="Rb7b01b4604a34f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19d363c1649f1" /><Relationship Type="http://schemas.openxmlformats.org/officeDocument/2006/relationships/notesSlide" Target="/ppt/notesSlides/notesSlide9.xml" Id="R86b635e55f9e4c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cdc81252c4ec8" /><Relationship Type="http://schemas.openxmlformats.org/officeDocument/2006/relationships/notesSlide" Target="/ppt/notesSlides/notesSlide10.xml" Id="R7cb03006479a451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14cb88307452a" /><Relationship Type="http://schemas.openxmlformats.org/officeDocument/2006/relationships/notesSlide" Target="/ppt/notesSlides/notesSlide11.xml" Id="R4dc3425b384348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9ad9045f04483" /><Relationship Type="http://schemas.openxmlformats.org/officeDocument/2006/relationships/notesSlide" Target="/ppt/notesSlides/notesSlide12.xml" Id="R570abb3499bd4d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64793c11a40b5" /><Relationship Type="http://schemas.openxmlformats.org/officeDocument/2006/relationships/notesSlide" Target="/ppt/notesSlides/notesSlide13.xml" Id="R42ecc15c056044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45de2268945c5" /><Relationship Type="http://schemas.openxmlformats.org/officeDocument/2006/relationships/notesSlide" Target="/ppt/notesSlides/notesSlide14.xml" Id="R52fc83c7da4a4e1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dbbed1cc5499c" /><Relationship Type="http://schemas.openxmlformats.org/officeDocument/2006/relationships/notesSlide" Target="/ppt/notesSlides/notesSlide15.xml" Id="Rcc9313a7ff5943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da0cdf18f49db" /><Relationship Type="http://schemas.openxmlformats.org/officeDocument/2006/relationships/notesSlide" Target="/ppt/notesSlides/notesSlide16.xml" Id="Rcd4242fa1b2148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9E967-68BF-4185-AFE0-0DF4FC0E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DF818-4A62-4CD6-BF0F-D8369D9F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5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PAPAYA CLASS｜主題三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6F255-B481-4F81-A319-569133A7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66875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AI 工作實作與數位辦公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51763-1509-4E3F-A976-A5F85A12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2"/>
                </a:solidFill>
              </a:defRPr>
            </a:pPr>
            <a:r>
              <a:rPr sz="1800">
                <a:solidFill>
                  <a:srgbClr val="5B6472"/>
                </a:solidFill>
              </a:rPr>
              <a:t>從 VS Code 的工作區，到 Codex 產出試算表、簡報、合併列印與網站。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93D21-1C6C-4148-B916-69097C80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2362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BEED8-58C4-4C2D-B950-10A19761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14825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16 頁</a:t>
            </a:r>
          </a:p>
          <a:p xmlns:a="http://schemas.openxmlformats.org/drawingml/2006/main">
            <a:pPr algn="ctr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4 個主題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068C7-750C-4AFF-8896-A1BDB30F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05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2"/>
                </a:solidFill>
              </a:defRPr>
            </a:pPr>
            <a:r>
              <a:rPr sz="1050">
                <a:solidFill>
                  <a:srgbClr val="5B6472"/>
                </a:solidFill>
              </a:rPr>
              <a:t>依 9 支影片整理｜含 3 支會員專屬內容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F1BF3-C36D-4A03-8897-9B7AC073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DDF1F-B7C3-4C2A-BE68-E983161E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E6991-2B59-4F77-B620-B2D68A67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01 / 16</a:t>
            </a:r>
          </a:p>
        </p:txBody>
      </p:sp>
    </p:spTree>
    <p:extLst>
      <p:ext uri="{BB962C8B-B14F-4D97-AF65-F5344CB8AC3E}">
        <p14:creationId xmlns:p14="http://schemas.microsoft.com/office/powerpoint/2010/main" val="407792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39E5F-F122-4BFE-9022-1E7EB855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CE809-3F49-4A60-A829-CD0ACE29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38250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7C3AED"/>
                </a:solidFill>
              </a:defRPr>
            </a:pPr>
            <a:r>
              <a:rPr sz="4350" b="1">
                <a:solidFill>
                  <a:srgbClr val="7C3AED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ADB0E-8118-465D-8F58-FDEA236D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編輯器是 AI 工作基地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7D4CB-24C2-4082-866E-666377D3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472"/>
                </a:solidFill>
              </a:defRPr>
            </a:pPr>
            <a:r>
              <a:rPr sz="1725">
                <a:solidFill>
                  <a:srgbClr val="5B6472"/>
                </a:solidFill>
              </a:rPr>
              <a:t>VS Code 影片不只教按鈕，而是建立資料夾、檔案、延伸模組、Git 與除錯的完整工作環境。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6EC2B-6CFB-4E6E-9A79-8272F380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50047-3D8A-4493-8BDE-23EF1AB3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8B750-A770-40A9-881E-1F170604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02 / 16</a:t>
            </a:r>
          </a:p>
        </p:txBody>
      </p:sp>
    </p:spTree>
    <p:extLst>
      <p:ext uri="{BB962C8B-B14F-4D97-AF65-F5344CB8AC3E}">
        <p14:creationId xmlns:p14="http://schemas.microsoft.com/office/powerpoint/2010/main" val="568325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C4B2B7-47B7-4E06-81B6-DFADA561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VS Code 新手工作路徑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5DFD6-40FA-4EFC-B975-AC1B2935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BFBE6-DBCE-4276-A85B-BA4CFD49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90875"/>
            <a:ext cx="828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0B559-1CAD-49A1-9868-55E53A2E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338C3-5905-474A-8206-3FB08D75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97506-3187-4CE8-A5B0-3ECE3350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建立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61060-73EE-4428-AC60-9FDDE200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開啟或建立資料夾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59073-1BDA-4024-A05F-14745F70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524C8-CE0D-4DB3-8F7C-871FDFF4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ED67B-C0C3-4C23-BBA8-68739FC4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信任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B606D-AB8E-40B7-912D-0F92AACC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確認工作區權限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1009B-2BD3-4664-A9A7-C7A20B1A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108B53-E801-49EB-9962-E53BAECB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483F50-AA80-4DE8-AA53-194AA253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編輯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591AFF-6285-4738-B436-8AFD1D44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建立檔案與分頁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7C66AC-815A-451E-ABC9-88E470AF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D9C09C-8791-45B2-9FDF-87B8BEDD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FC287C-0367-4348-A951-04973A4D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執行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A8C251-4FB9-4C82-A45D-7C490BFE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除錯或預覽結果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DD40EE-9773-485F-83AE-020E9FE1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BFC1A6-9B10-4151-8ABA-45BC4042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FDBF07-5F85-48AB-92EA-3E1B4388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03 / 16</a:t>
            </a:r>
          </a:p>
        </p:txBody>
      </p:sp>
    </p:spTree>
    <p:extLst>
      <p:ext uri="{BB962C8B-B14F-4D97-AF65-F5344CB8AC3E}">
        <p14:creationId xmlns:p14="http://schemas.microsoft.com/office/powerpoint/2010/main" val="16862225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7D3181-04F2-44C6-9249-B7B91EF5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VS Code 值得先學會的 7 個核心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964D0-9EBA-48E3-94DE-1DB8CF48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79609-EAC9-463E-98E1-A874CD48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A6B8F-B14B-4DC8-82EC-F1EFB31F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59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Command Palette：用命令搜尋功能。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20481-EE63-41E4-8974-D6A2E50F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09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114E8-630D-4C5C-B563-6A45AF20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59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Explorer：管理資料夾、檔案與重新命名。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42588-22D1-4A0C-8259-EBB92330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DD2AC-0A5C-451F-B7ED-FDA1FFB4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2325"/>
            <a:ext cx="459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分頁：在多個檔案間快速切換。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C475A-A7DB-41B3-ADCF-47628F04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38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C2B09-299C-46F5-B33B-0A76BB40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62325"/>
            <a:ext cx="459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Extensions：依任務加裝工具。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B8440-C087-44FE-B258-6AC4DF9D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72A4B5-0553-44FF-9029-F1709050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459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Git：追蹤修改、分支與版本。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BB635-8C50-4729-8BB6-4A4B0314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67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F1BB2-EF3C-4141-9B2B-F01D48B5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91025"/>
            <a:ext cx="459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Run &amp; Debug：執行與找錯。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2471A7-89C9-482E-A0E3-1412B9B5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2C57B8-9803-45CD-B1D4-BCC02326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9725"/>
            <a:ext cx="459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Live Server：即時預覽網頁。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9166ED-4E53-4127-9B43-512CAD58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990C00-9341-4EBD-AF3E-A6D0CDD3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ABCACB-6FE6-4B6D-9384-52DAF567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04 / 16</a:t>
            </a:r>
          </a:p>
        </p:txBody>
      </p:sp>
    </p:spTree>
    <p:extLst>
      <p:ext uri="{BB962C8B-B14F-4D97-AF65-F5344CB8AC3E}">
        <p14:creationId xmlns:p14="http://schemas.microsoft.com/office/powerpoint/2010/main" val="20107466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B7375-C007-4ECC-9751-CE3F97E8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為什麼要先建立專案資料夾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9E390-EDCD-4A55-9765-25F531C3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BB413-0872-4962-968A-63020A10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對人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D70CB-C897-4952-B264-A6340CC4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檔案集中、脈絡清楚，日後自己或團隊都能找到真正的工作版本。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1D803-CB90-435D-BEB7-C1020865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CEF16-816E-4131-984D-4DFCB0FE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對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8DA73-192A-4429-8477-849C50ED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AI 有明確的工作範圍，能讀取相關檔案並把產出放在正確位置。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7C91C-D302-4D5B-93CB-2B40A9C4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24E01-7A0F-40CB-BF2C-D78A3DF4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4C2C0-EDEA-4CC3-A88F-6084C160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05 / 16</a:t>
            </a:r>
          </a:p>
        </p:txBody>
      </p:sp>
    </p:spTree>
    <p:extLst>
      <p:ext uri="{BB962C8B-B14F-4D97-AF65-F5344CB8AC3E}">
        <p14:creationId xmlns:p14="http://schemas.microsoft.com/office/powerpoint/2010/main" val="15780663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0AEFC-5EDB-42FF-A249-B36BE60C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2FB97-00C9-429B-82B2-64247744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38250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7C3AED"/>
                </a:solidFill>
              </a:defRPr>
            </a:pPr>
            <a:r>
              <a:rPr sz="4350" b="1">
                <a:solidFill>
                  <a:srgbClr val="7C3AED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62920-734A-4ED8-8CED-DB766254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Codex 的專案規則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975AA-E589-4CC7-AE8F-ED893FCD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472"/>
                </a:solidFill>
              </a:defRPr>
            </a:pPr>
            <a:r>
              <a:rPr sz="1725">
                <a:solidFill>
                  <a:srgbClr val="5B6472"/>
                </a:solidFill>
              </a:rPr>
              <a:t>把角色、偏好、目標、限制與驗收方式寫進規則檔，讓每次工作不必重新解釋。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B21E4-66EE-45E6-85DC-481EC3B5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E98134-485A-4CEA-9A30-E856ECB4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20EA7-F3D5-4AEC-9FE6-91AC4D7B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06 / 16</a:t>
            </a:r>
          </a:p>
        </p:txBody>
      </p:sp>
    </p:spTree>
    <p:extLst>
      <p:ext uri="{BB962C8B-B14F-4D97-AF65-F5344CB8AC3E}">
        <p14:creationId xmlns:p14="http://schemas.microsoft.com/office/powerpoint/2010/main" val="5250863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3D384D-B50C-4108-A999-EFD1CB19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AGENTS.md 可以固定什麼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BCB93-332F-4DF6-9C0F-C9F53A89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6727C-C74D-405E-BBAF-65EF931C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4AE85-95D2-4BAA-93A1-092BF82C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C3AED"/>
                </a:solidFill>
              </a:defRPr>
            </a:pPr>
            <a:r>
              <a:rPr sz="1425" b="1">
                <a:solidFill>
                  <a:srgbClr val="7C3AED"/>
                </a:solidFill>
              </a:rPr>
              <a:t>角色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C2248-F069-4667-A2BC-070F23F5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AI 在這個專案中扮演什麼角色，服務誰。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F2E12-0109-4C17-8F18-68FA1199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65B0E-5D88-494D-BB53-4186FCA4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C3AED"/>
                </a:solidFill>
              </a:defRPr>
            </a:pPr>
            <a:r>
              <a:rPr sz="1425" b="1">
                <a:solidFill>
                  <a:srgbClr val="7C3AED"/>
                </a:solidFill>
              </a:rPr>
              <a:t>偏好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1C5A1-F76F-45CE-A5A3-6A0FC500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03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語言、格式、版型、命名與溝通方式。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FF8B4-9915-4826-9DBB-8A4110F2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8C86C-967C-4D81-BF88-A539EE5D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C3AED"/>
                </a:solidFill>
              </a:defRPr>
            </a:pPr>
            <a:r>
              <a:rPr sz="1425" b="1">
                <a:solidFill>
                  <a:srgbClr val="7C3AED"/>
                </a:solidFill>
              </a:rPr>
              <a:t>範圍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A11D9-A9BF-45A1-A7B4-51E9702C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052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允許修改哪些檔案，哪些內容不能碰。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E9B22-4FB5-4408-8298-25B30CA1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43291-5A1C-4EF7-B471-74E61645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C3AED"/>
                </a:solidFill>
              </a:defRPr>
            </a:pPr>
            <a:r>
              <a:rPr sz="1425" b="1">
                <a:solidFill>
                  <a:srgbClr val="7C3AED"/>
                </a:solidFill>
              </a:rPr>
              <a:t>驗收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D0B547-6B76-4747-8487-D6D77BA5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0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完成後要跑什麼檢查，畫面或檔案應該長什麼樣。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25274A-CD68-49C3-832B-D175A8A7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4EA23-A313-4670-AB8B-7B2A84AA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092229-1B77-4A3F-B5A1-4573A1C5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07 / 16</a:t>
            </a:r>
          </a:p>
        </p:txBody>
      </p:sp>
    </p:spTree>
    <p:extLst>
      <p:ext uri="{BB962C8B-B14F-4D97-AF65-F5344CB8AC3E}">
        <p14:creationId xmlns:p14="http://schemas.microsoft.com/office/powerpoint/2010/main" val="15962345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95B94C-CCC6-4551-A772-94C22D64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把任務交給 AI 前，先補齊四欄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D455C-AA52-4304-8CB2-AB3FEA65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FF03D-B60C-4ABB-86B7-9F40151F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5FA3F-D46F-4A7B-95B2-AE733997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輸入：資料、來源檔案與目前狀態。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3401F-B531-4C25-BAAC-784E6D9C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CAC9F-7362-4D77-8621-EC625C3A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718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輸出：檔名、格式、放置位置與使用者。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7826C-088D-4F19-A340-DFA106AA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E4243-DF60-4AA1-9382-8D7119DE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限制：不能做的事、權限邊界與風格要求。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8AF16-03BB-41E9-B3A9-D6290A09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35D800-74AB-4BDA-956D-0B719303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驗收：可用 yes/no 判斷的檢查條件。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991E0B-4BA5-4D7E-8677-E87B5CCF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9755A-3E10-44B4-B96F-1EC1F6A6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CE819-2D75-4997-AC83-B8B5CBD3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08 / 16</a:t>
            </a:r>
          </a:p>
        </p:txBody>
      </p:sp>
    </p:spTree>
    <p:extLst>
      <p:ext uri="{BB962C8B-B14F-4D97-AF65-F5344CB8AC3E}">
        <p14:creationId xmlns:p14="http://schemas.microsoft.com/office/powerpoint/2010/main" val="6492392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E371FC-9028-4DBB-823D-5F354561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從資料到可交付成果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91F2E-E1BD-44E8-AFA5-B0513D6B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AC3D0-BA0A-45FD-926F-38ED5F25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90875"/>
            <a:ext cx="828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9B172-8621-4812-A2DF-23118740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6D68D-CD31-4FE0-8814-E4560EC0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2570A-C16E-4A05-9F5D-45F80718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整理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9B2E1-E23C-4C50-861B-ECEBD3D2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把來源放進工作區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03C12-EBB2-4B68-883D-59BB3F8F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E0B02-F12F-423E-B836-4A93AB0F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5FDD8-9A70-4FB1-9422-1DBD41CF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規格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C10B1-BFDB-4A38-A5A2-CC63FAA9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寫明格式與驗收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8BC91-3D65-4AB3-B246-006661FC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B11C6-8506-452A-ABF4-198D0000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BE9EA1-2F9B-4DD0-8202-A8044310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2BFC95-3B7F-41F9-8581-58992FD8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讓 AI 產出檔案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CC14DE-D1B9-4774-AEA5-7E304D76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2B7995-6635-4002-8915-43273A79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CE6A37-9B7B-4D56-B9C1-FE8DF7BA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驗證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2D849-02A3-4065-BC87-0BC6A704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開啟並檢查成果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9045F8-7FA0-4D88-A065-3761316C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32AC89-1D77-4A87-AFB2-C53478BE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D5F695-035B-429C-B564-4D1078B5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09 / 16</a:t>
            </a:r>
          </a:p>
        </p:txBody>
      </p:sp>
    </p:spTree>
    <p:extLst>
      <p:ext uri="{BB962C8B-B14F-4D97-AF65-F5344CB8AC3E}">
        <p14:creationId xmlns:p14="http://schemas.microsoft.com/office/powerpoint/2010/main" val="15591242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CB4D13-0B48-42D2-A31B-64072944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Codex 辦公室工作流的範圍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B41F9-1F37-49AB-B663-AC1B3207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1FF97-6638-452B-B0A0-C2B9D4E8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資料工作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D30F2-420C-4C19-9E2A-DDF790C7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試算表整理、欄位轉換、統計與格式化，重點是輸入輸出要清楚。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4D4EE-7942-496E-B7ED-0D80BF68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5EDA8-E3B8-46B6-A3AB-D93D9B13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溝通工作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5FD66-D2AC-4191-958A-7B2E04BB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簡報、合併列印、信件與網站，重點是受眾、版型與發布前檢查。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44469-CF3B-4679-88C6-08524E72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C6D94-4176-4EDC-AAB7-7FB7DC3B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F036A-4412-4A11-BC96-6DCDB093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3110548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1BE485-ABD3-4AFD-871F-D788347D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簡報不是把文字塞進頁面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F12C7-86F4-419F-8679-D98BA1C7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4E77C-8C68-4637-BF1E-69C66769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16FE5-FD43-4EF9-99D6-9EDA418C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先決定受眾要帶走的 1 個核心判斷。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165AA-C301-4E93-AD6F-DC35C6EB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EB7BD-CA4E-426D-883C-6B6F9C4F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718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每頁只服務一個觀念，讓視覺層級清楚。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6B74E-A31B-4E54-B88B-FD0FC4C9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8CF49-9473-4E32-9D89-1F0CB064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資料頁要保留來源與日期。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68159-26A3-4A66-80D8-E582D950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FB61D-DF61-4E36-95C3-F53F82B5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完成後用投影尺寸重新檢查可讀性。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ED7AE-F6A6-4548-A437-09D5E624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3A05C3-F303-45F6-8DD0-336AC7EE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052B8-EAB3-4689-B1CA-5AB58FA2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8699345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DB2C60-0F4F-4A42-A57C-EA0B4F27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常用提示詞片段：把好方法存起來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BA3D0-CE55-450A-930A-EF661E1A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C17A5-6F35-4043-A2FC-8CEA9FB3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適合存什麼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30AFD-D659-4AEC-9CE3-E1545EF5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需求澄清、摘要格式、資料清理、簡報結構與驗收句型。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6BD25-E73C-440B-BB0D-2AE8FE1D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CFD3D-7BDD-482A-86A9-BCC2D92C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怎麼維護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E262C-FF55-42D6-A633-3B45BFE5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用短名稱與觸發詞快速搜尋；定期刪除重複或已過時的版本。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61140-5785-4E5A-98BC-87988448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78B6B-5C8E-4ECB-A0CD-F0D1FDF1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F9128-DD93-46C6-A192-8E3D5D3D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17407115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99D7B-17EA-420C-A735-FAC34F9C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一個可帶走的判斷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9629D-4961-422D-A58E-BF9F6180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981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</a:rPr>
              <a:t>「真正省時間的不是打一個漂亮提示詞，而是把整個工作環境準備好。」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54678-2A5B-4A26-9681-73994082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Papaya Class 工作實作影片整理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13A66-0009-4E2C-AAA9-38B6A387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DD169-5288-4A31-B4E4-B3DAE7B4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80703-8BD7-439F-B6D9-BF3856F0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16153880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60EC8-9B52-41FF-8FB7-6E453B25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工作區的最低限度衛生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359E3-5463-422A-B837-DC380FBF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2A35A-4636-4F03-9DD7-F509A094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72794-19DA-4067-B019-E2B01AFC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檔名與資料夾名稱要能讓陌生人理解。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36F1A-A409-4A96-87AB-181DA37B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F29D7-E212-4976-9513-9F71857A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718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重要版本要有 Git 或其他備份。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1418D-B015-4BDE-8F01-04A94D7D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DCF65-2946-4792-9447-772B39E0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自動生成的檔案要與原始資料分開。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46A4D-DF98-4AC7-95F0-EAAA890B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46F24-ABD5-4F87-B2C4-544F4599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公開前移除密碼、Token 與個人資料。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42C9E-6F9B-4F3D-884E-1DBD16E2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93979-4C6F-4B87-AC50-D017F5DF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2842A-6DF7-4402-8882-BAF780A0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16784823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AB76C1-CD68-4118-95C8-7AF16F4E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一個課堂或行政任務的 AI 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8CA31-09E0-468C-ABD6-39BFB458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643A9-6C8A-48C4-BC05-D5AF6E43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90875"/>
            <a:ext cx="828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75A78-F44B-448D-83EB-D3933115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9B637-8575-4BE8-A07A-CF549CA6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CA739-3CE2-41AD-B9D8-B3301561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蒐集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51F51-1E5E-49EB-8613-82A1FF7F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整理原始資料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8E41E-9F50-44C4-89DC-A508E8F4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D32E3-3755-4CE0-A6F8-6824ECAA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EE34E-7DBC-4E37-87E9-A4C91362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定義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DFC04-E57D-4D82-84E1-7D5DD779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寫出交付規格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467DF6-BBEE-4685-96E0-BFD90AAA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571DB-16FB-43CA-BDF0-9BF52567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7D3614-EF12-40E2-8FBA-E80BF52E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製作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68FB60-7930-4C5E-A2B6-A2CA3E40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批次產出檔案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1E724-1562-435A-B668-3237F243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BE8B05-7DE1-43B0-9EAE-90B71D87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381646-D62B-45D5-A375-E67105F0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抽查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2DECED-09B8-4890-832E-70F07705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人工核對代表樣本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71511F-AE96-4815-9D56-F1A0465B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578066-9DEB-4547-9676-001F6393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C545AF-6267-4EFE-83B6-858D44A2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17738971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0A331C-6520-4A9E-9728-5D78160A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93FC0-2EE1-4699-AE61-989669DA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2875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下一步：建立你的第一個 AI 工作區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CFB1D-B2CB-4C58-B5EA-D6053733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2"/>
                </a:solidFill>
              </a:defRPr>
            </a:pPr>
            <a:r>
              <a:rPr sz="1800">
                <a:solidFill>
                  <a:srgbClr val="5B6472"/>
                </a:solidFill>
              </a:rPr>
              <a:t>找一個每週重複的工作，把資料、規則、產出與驗收放在同一個資料夾。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624D2-9AA5-4D98-B8B9-16156372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1ACF2-548E-4386-B059-D0CDBB19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481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建立專案資料夾與規則檔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9C20F-D39E-4EE7-9ACE-35056D63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05404-E267-4A06-AA21-938B6A29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7677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選一個可量化的交付成果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C9570-EC66-49CC-8F1C-643407B4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72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BE1BA-4AD2-484E-89B2-53773EA2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054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留下版本與檢查紀錄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7D489-6D83-429C-A79A-5120F4AC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3BA330-C359-434D-905E-93B1B961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1C98A-8389-4FCD-85D7-D02E43EC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888364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2026-08-09T07:57:52.1930000Z</dcterms:created>
  <dcterms:modified xsi:type="dcterms:W3CDTF">2026-08-09T07:57:52.1930000Z</dcterms:modified>
</coreProperties>
</file>