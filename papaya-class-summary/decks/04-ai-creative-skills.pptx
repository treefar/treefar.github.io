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bc9c8a39ac4056" /><Relationship Type="http://schemas.openxmlformats.org/officeDocument/2006/relationships/extended-properties" Target="/docProps/app.xml" Id="R7963b8b3acc44297" /><Relationship Type="http://schemas.openxmlformats.org/officeDocument/2006/relationships/officeDocument" Target="/ppt/presentation.xml" Id="Ra2e99c2fed23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0624adc524286"/>
  </p:sldMasterIdLst>
  <p:notesMasterIdLst>
    <p:notesMasterId xmlns:r="http://schemas.openxmlformats.org/officeDocument/2006/relationships" r:id="R6f35599cc7fd4f51"/>
  </p:notesMasterIdLst>
  <p:sldIdLst>
    <p:sldId xmlns:r="http://schemas.openxmlformats.org/officeDocument/2006/relationships" id="256" r:id="R538a35eaec0b4324"/>
    <p:sldId xmlns:r="http://schemas.openxmlformats.org/officeDocument/2006/relationships" id="257" r:id="R17028bb5ce7945da"/>
    <p:sldId xmlns:r="http://schemas.openxmlformats.org/officeDocument/2006/relationships" id="258" r:id="Re05f1671fdcd45d0"/>
    <p:sldId xmlns:r="http://schemas.openxmlformats.org/officeDocument/2006/relationships" id="259" r:id="R6cb08d384df94b62"/>
    <p:sldId xmlns:r="http://schemas.openxmlformats.org/officeDocument/2006/relationships" id="260" r:id="R99e09387a8194d99"/>
    <p:sldId xmlns:r="http://schemas.openxmlformats.org/officeDocument/2006/relationships" id="261" r:id="R93e4efcf3eb244dc"/>
    <p:sldId xmlns:r="http://schemas.openxmlformats.org/officeDocument/2006/relationships" id="262" r:id="Rf41636d7f2a44a41"/>
    <p:sldId xmlns:r="http://schemas.openxmlformats.org/officeDocument/2006/relationships" id="263" r:id="R05a71b36651e41ce"/>
    <p:sldId xmlns:r="http://schemas.openxmlformats.org/officeDocument/2006/relationships" id="264" r:id="R927f1f5cb85c409d"/>
    <p:sldId xmlns:r="http://schemas.openxmlformats.org/officeDocument/2006/relationships" id="265" r:id="Rbf017a53faeb47b5"/>
    <p:sldId xmlns:r="http://schemas.openxmlformats.org/officeDocument/2006/relationships" id="266" r:id="R674002a5f205484b"/>
    <p:sldId xmlns:r="http://schemas.openxmlformats.org/officeDocument/2006/relationships" id="267" r:id="Rcc4a2e7f02de4888"/>
    <p:sldId xmlns:r="http://schemas.openxmlformats.org/officeDocument/2006/relationships" id="268" r:id="Rafb4dddccb1d4a75"/>
    <p:sldId xmlns:r="http://schemas.openxmlformats.org/officeDocument/2006/relationships" id="269" r:id="Ra255b603f8bc4641"/>
    <p:sldId xmlns:r="http://schemas.openxmlformats.org/officeDocument/2006/relationships" id="270" r:id="Raafe0f8f55f64c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35faec0d874ec1" /><Relationship Type="http://schemas.openxmlformats.org/officeDocument/2006/relationships/slideMaster" Target="/ppt/slideMasters/slideMaster1.xml" Id="R37a0624adc524286" /><Relationship Type="http://schemas.openxmlformats.org/officeDocument/2006/relationships/notesMaster" Target="/ppt/notesMasters/notesMaster1.xml" Id="R6f35599cc7fd4f51" /><Relationship Type="http://schemas.openxmlformats.org/officeDocument/2006/relationships/presProps" Target="/ppt/presProps.xml" Id="Rdc2850059d374caf" /><Relationship Type="http://schemas.openxmlformats.org/officeDocument/2006/relationships/tableStyles" Target="/ppt/tableStyles.xml" Id="R7a81d96ff2464ecf" /><Relationship Type="http://schemas.openxmlformats.org/officeDocument/2006/relationships/slide" Target="/ppt/slides/slide1.xml" Id="R538a35eaec0b4324" /><Relationship Type="http://schemas.openxmlformats.org/officeDocument/2006/relationships/slide" Target="/ppt/slides/slide2.xml" Id="R17028bb5ce7945da" /><Relationship Type="http://schemas.openxmlformats.org/officeDocument/2006/relationships/slide" Target="/ppt/slides/slide3.xml" Id="Re05f1671fdcd45d0" /><Relationship Type="http://schemas.openxmlformats.org/officeDocument/2006/relationships/slide" Target="/ppt/slides/slide4.xml" Id="R6cb08d384df94b62" /><Relationship Type="http://schemas.openxmlformats.org/officeDocument/2006/relationships/slide" Target="/ppt/slides/slide5.xml" Id="R99e09387a8194d99" /><Relationship Type="http://schemas.openxmlformats.org/officeDocument/2006/relationships/slide" Target="/ppt/slides/slide6.xml" Id="R93e4efcf3eb244dc" /><Relationship Type="http://schemas.openxmlformats.org/officeDocument/2006/relationships/slide" Target="/ppt/slides/slide7.xml" Id="Rf41636d7f2a44a41" /><Relationship Type="http://schemas.openxmlformats.org/officeDocument/2006/relationships/slide" Target="/ppt/slides/slide8.xml" Id="R05a71b36651e41ce" /><Relationship Type="http://schemas.openxmlformats.org/officeDocument/2006/relationships/slide" Target="/ppt/slides/slide9.xml" Id="R927f1f5cb85c409d" /><Relationship Type="http://schemas.openxmlformats.org/officeDocument/2006/relationships/slide" Target="/ppt/slides/slide10.xml" Id="Rbf017a53faeb47b5" /><Relationship Type="http://schemas.openxmlformats.org/officeDocument/2006/relationships/slide" Target="/ppt/slides/slide11.xml" Id="R674002a5f205484b" /><Relationship Type="http://schemas.openxmlformats.org/officeDocument/2006/relationships/slide" Target="/ppt/slides/slide12.xml" Id="Rcc4a2e7f02de4888" /><Relationship Type="http://schemas.openxmlformats.org/officeDocument/2006/relationships/slide" Target="/ppt/slides/slide13.xml" Id="Rafb4dddccb1d4a75" /><Relationship Type="http://schemas.openxmlformats.org/officeDocument/2006/relationships/slide" Target="/ppt/slides/slide14.xml" Id="Ra255b603f8bc4641" /><Relationship Type="http://schemas.openxmlformats.org/officeDocument/2006/relationships/slide" Target="/ppt/slides/slide15.xml" Id="Raafe0f8f55f64c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5faa11b55b4e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6f6a98a61a4ce4" /><Relationship Type="http://schemas.openxmlformats.org/officeDocument/2006/relationships/notesMaster" Target="/ppt/notesMasters/notesMaster1.xml" Id="Rff2e35795ec240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028ed242a3438f" /><Relationship Type="http://schemas.openxmlformats.org/officeDocument/2006/relationships/notesMaster" Target="/ppt/notesMasters/notesMaster1.xml" Id="Re1e0a64a566644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c8cb9e4b6c4e86" /><Relationship Type="http://schemas.openxmlformats.org/officeDocument/2006/relationships/notesMaster" Target="/ppt/notesMasters/notesMaster1.xml" Id="R4e0b3cb021e74b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626861223d4ac3" /><Relationship Type="http://schemas.openxmlformats.org/officeDocument/2006/relationships/notesMaster" Target="/ppt/notesMasters/notesMaster1.xml" Id="Rfe3cf15b36da44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175e505060404e" /><Relationship Type="http://schemas.openxmlformats.org/officeDocument/2006/relationships/notesMaster" Target="/ppt/notesMasters/notesMaster1.xml" Id="Rff0baaa6725943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0843f01b28487c" /><Relationship Type="http://schemas.openxmlformats.org/officeDocument/2006/relationships/notesMaster" Target="/ppt/notesMasters/notesMaster1.xml" Id="Rd1f689e3d96d4e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2273bddf3448fc" /><Relationship Type="http://schemas.openxmlformats.org/officeDocument/2006/relationships/notesMaster" Target="/ppt/notesMasters/notesMaster1.xml" Id="R96251b57e0104e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acef5d74eb4230" /><Relationship Type="http://schemas.openxmlformats.org/officeDocument/2006/relationships/notesMaster" Target="/ppt/notesMasters/notesMaster1.xml" Id="R498bfd447fa442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a5974ea0d0407a" /><Relationship Type="http://schemas.openxmlformats.org/officeDocument/2006/relationships/notesMaster" Target="/ppt/notesMasters/notesMaster1.xml" Id="R72815013b11e47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18232ebc764371" /><Relationship Type="http://schemas.openxmlformats.org/officeDocument/2006/relationships/notesMaster" Target="/ppt/notesMasters/notesMaster1.xml" Id="Rc3c8bb7a4bb645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17947a646446d3" /><Relationship Type="http://schemas.openxmlformats.org/officeDocument/2006/relationships/notesMaster" Target="/ppt/notesMasters/notesMaster1.xml" Id="R0d786e9f26ce42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a8477435234203" /><Relationship Type="http://schemas.openxmlformats.org/officeDocument/2006/relationships/notesMaster" Target="/ppt/notesMasters/notesMaster1.xml" Id="Rbffe81a37b344f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c5d56f1dfa4946" /><Relationship Type="http://schemas.openxmlformats.org/officeDocument/2006/relationships/notesMaster" Target="/ppt/notesMasters/notesMaster1.xml" Id="R9d929b59708340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4982964bd24708" /><Relationship Type="http://schemas.openxmlformats.org/officeDocument/2006/relationships/notesMaster" Target="/ppt/notesMasters/notesMaster1.xml" Id="Redcd0fd8eb704a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fb70b40a0d4c06" /><Relationship Type="http://schemas.openxmlformats.org/officeDocument/2006/relationships/notesMaster" Target="/ppt/notesMasters/notesMaster1.xml" Id="R2df11576bd2044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會員｜Claude Skills × Higgsfield 動畫: https://www.youtube.com/watch?v=WF3YwmeOa7g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ca61292674b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c16260e6064e52" /><Relationship Type="http://schemas.openxmlformats.org/officeDocument/2006/relationships/slideLayout" Target="/ppt/slideLayouts/slideLayout1.xml" Id="Rf0c56b5537c644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c56b5537c644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446a93e234614" /><Relationship Type="http://schemas.openxmlformats.org/officeDocument/2006/relationships/notesSlide" Target="/ppt/notesSlides/notesSlide1.xml" Id="R264efc51136a44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84a597c604e20" /><Relationship Type="http://schemas.openxmlformats.org/officeDocument/2006/relationships/notesSlide" Target="/ppt/notesSlides/notesSlide2.xml" Id="Ra49b8d00af4649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43a8a893a48e1" /><Relationship Type="http://schemas.openxmlformats.org/officeDocument/2006/relationships/notesSlide" Target="/ppt/notesSlides/notesSlide3.xml" Id="Rfd6194a8b2764a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8e3d32bf94a41" /><Relationship Type="http://schemas.openxmlformats.org/officeDocument/2006/relationships/notesSlide" Target="/ppt/notesSlides/notesSlide4.xml" Id="Rfc47210850cd4f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c5819cd584306" /><Relationship Type="http://schemas.openxmlformats.org/officeDocument/2006/relationships/notesSlide" Target="/ppt/notesSlides/notesSlide5.xml" Id="R76dcf34050fd47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6a1efe4034844" /><Relationship Type="http://schemas.openxmlformats.org/officeDocument/2006/relationships/notesSlide" Target="/ppt/notesSlides/notesSlide6.xml" Id="R0775e2f524424e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e41effa09451a" /><Relationship Type="http://schemas.openxmlformats.org/officeDocument/2006/relationships/notesSlide" Target="/ppt/notesSlides/notesSlide7.xml" Id="R7145b451b1474e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d0986e0b145f7" /><Relationship Type="http://schemas.openxmlformats.org/officeDocument/2006/relationships/notesSlide" Target="/ppt/notesSlides/notesSlide8.xml" Id="R6b9224878c8649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7d0c582c34cd4" /><Relationship Type="http://schemas.openxmlformats.org/officeDocument/2006/relationships/notesSlide" Target="/ppt/notesSlides/notesSlide9.xml" Id="R4a06c13351da4a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4b5dae70d41a1" /><Relationship Type="http://schemas.openxmlformats.org/officeDocument/2006/relationships/notesSlide" Target="/ppt/notesSlides/notesSlide10.xml" Id="Rb23f4493e8a54e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807c45c4f4d74" /><Relationship Type="http://schemas.openxmlformats.org/officeDocument/2006/relationships/notesSlide" Target="/ppt/notesSlides/notesSlide11.xml" Id="R01f43882089947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f3c631ac14f03" /><Relationship Type="http://schemas.openxmlformats.org/officeDocument/2006/relationships/notesSlide" Target="/ppt/notesSlides/notesSlide12.xml" Id="Rf72a8cfefe9048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9f957f8934300" /><Relationship Type="http://schemas.openxmlformats.org/officeDocument/2006/relationships/notesSlide" Target="/ppt/notesSlides/notesSlide13.xml" Id="Rdf65c25da7ba4a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ba72186534e69" /><Relationship Type="http://schemas.openxmlformats.org/officeDocument/2006/relationships/notesSlide" Target="/ppt/notesSlides/notesSlide14.xml" Id="R7db57d6a11d943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d8935882b4e9f" /><Relationship Type="http://schemas.openxmlformats.org/officeDocument/2006/relationships/notesSlide" Target="/ppt/notesSlides/notesSlide15.xml" Id="Ra92b494e1ac840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2A5ED-278A-4923-A5F1-3B37C438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32966-3323-4A3A-B58E-C81702F8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580C"/>
                </a:solidFill>
              </a:defRPr>
            </a:pPr>
            <a:r>
              <a:rPr sz="1200" b="1">
                <a:solidFill>
                  <a:srgbClr val="EA580C"/>
                </a:solidFill>
              </a:rPr>
              <a:t>PAPAYA CLASS｜主題四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6EB8F-E319-4AF9-A822-6E45219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AI 創作技能與動畫流程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426DE-D54E-4C0D-A1D5-DFB5D2EB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用 Skill、MCP、角色設定與分鏡，把 AI 動畫創作變成可重複的管線。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F9C94-F454-4AC8-A266-5C4FDB55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78137-13B1-42FF-8013-E9AF6524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1482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15 頁</a:t>
            </a:r>
          </a:p>
          <a:p xmlns:a="http://schemas.openxmlformats.org/drawingml/2006/main">
            <a:pPr algn="ctr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4 個主題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EFD39-AC4C-4EAC-8ED2-E29D675C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依 9 支影片整理｜含 3 支會員專屬內容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75C61-A5C3-4A79-BCB1-7C607504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76CF7-9059-43EE-B4A0-FD48CEAF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82E79-22CC-48AE-8A72-214B50CC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2081593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E2F8E-D317-4F02-8D25-E47C99F4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D85C3-7E15-41E6-8D58-B0A3BD75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382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580C"/>
                </a:solidFill>
              </a:defRPr>
            </a:pPr>
            <a:r>
              <a:rPr sz="4350" b="1">
                <a:solidFill>
                  <a:srgbClr val="EA580C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33A70-4566-4A85-B443-67BC59CF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Skill：把創作方法封裝起來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4C36D-7BA7-441F-B62B-7A2FCE57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Skill 不只是提示詞，而是把格式、步驟、參考資料與驗收條件打包成可重複呼叫的工作方法。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87F8-22C4-456D-AF5B-31974E51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837EE-346F-46AB-9293-977FC70A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98D8A-ACC9-4AAA-8297-BCFA72D5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2092494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D36C9-8900-4A7E-8AC6-6F6F5CF8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一次性 Prompt 與 Skill 的差別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EFDE8-9A08-47D6-8D54-98386C40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D6FA2-C468-4773-9548-1A6A8DAD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一次性 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3FF37-EB11-4087-A5CD-C510604A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適合快速試驗，但每次都要重新交代背景、格式與步驟。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9C9A6-F84A-4C44-9F6A-111AAEE6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9CC0E-D8CB-464A-BE2E-903B633A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81336-0E5C-42CA-BD2C-C7D16A7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適合固定工作：可被指令呼叫，也能依觸發條件自動套用。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EDAAB-DBA7-4134-9E7F-84E62BE2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E442B-4FDC-46C2-90A8-CF8D018D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C75EA-01CF-4247-A10D-CC5EE3A5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857663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4B58D-CC7A-42FD-8257-C5D7E64D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用 Skill Creator 建立工作方法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99D92-B983-4497-8CDE-B031B883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4A8D4-C803-4A32-9918-A0CC2ACE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AB791-149E-4F92-A1AB-B659F07A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A501E-6F33-4D49-A6F5-4EEDDD27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3008D-5461-4BC3-BA2C-E6C15948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選任務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EBD6A-321E-4916-9469-C43DA2CD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挑一個會重複的創作流程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BEB1A-F3FC-4FF1-B732-F24B2C2B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91A29-FF90-4A9C-A070-D5732852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EE068-3432-44D1-9F85-E23F1BA1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拆步驟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5BDE0-E66C-45B7-AEC9-AAB355DA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把輸入與產出寫清楚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E7FFB-8AA7-49E5-937A-C67B460F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12386-D6C1-4401-B5DB-A3019401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8495C-2A44-48C8-86E0-08107B22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補素材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8ED3A-F9CE-4D0C-B8B8-1911F194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加入參考與格式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F7933-1A7D-4B03-8D31-B947473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20E2F-B60C-4D3B-BDA4-BD9381D9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BC0D7-29C7-4E16-B498-B81FC947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測試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ABE7E-1272-4D86-834D-A888D2D0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用實例修正結果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367D1-8FC0-425B-A908-61429A5A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FEDC1-6DF1-4F18-938A-44C80922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D1FDF-8D07-4108-BC2D-931DE70A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3357638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2D7F1-08BA-4366-AE82-EE951073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角色設計 Skill 的基本內容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95232-B6BE-4FDA-9CEF-31EAA33A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50B4A-6E7F-4400-850A-17D15C7A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42311-A786-4EA4-9A32-D942F290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角色身份、外型、服裝與性格。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582F4-68D7-4058-A340-B6908BB6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7D411-B627-497C-8866-551D5B7C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視覺風格、鏡位、比例與畫面方向。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B615C-EDBB-4AF8-9A97-1B0C6D0D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F3F0F-7278-4228-B796-45A91BC5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輸出格式、檔名與要保留的設定。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04FA6-D277-4225-AF50-C98FB156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2BD46-AB3B-45B7-8352-0265E474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不一致時的檢查項目與修正方式。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66A9C-0F45-450D-B883-48B104B7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35E1C-7E4B-4338-B8A2-625C7EC0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18B11-830D-407A-B4F0-D795A6C6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519742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FF81C-EFF7-4D8A-A038-09E0518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576DB-AF76-4C19-9970-0CC6A42D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382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580C"/>
                </a:solidFill>
              </a:defRPr>
            </a:pPr>
            <a:r>
              <a:rPr sz="4350" b="1">
                <a:solidFill>
                  <a:srgbClr val="EA580C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D3D36-859C-4BA2-8EE3-08DF9DF8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MCP：讓 AI 接上外部工具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DCD91-A843-4747-9470-15B03AB1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影片示範把 Claude 與 Higgsfield 串起來，重點是連接能力，也包括權限與資料範圍。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B530D-0D98-4CE1-A2C5-27B6ED79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1EDD8-DE38-44CF-AD5B-8996FC87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2927E-FE4E-407C-A828-A0C6DB46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2082014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7DCBD-E83C-4044-8A5E-6DB18C62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創作管線中的工具分工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54290-6301-46E4-92CF-D1C33CF9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18CC2-117E-44F1-B2D5-3CFF7D13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142DB-C24A-498B-9C0C-B84B7C76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Claude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CFAB3-479F-4A36-94C1-D92C6B25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整理角色、分鏡與生成指令，維持文字規格。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AA15A-FFD4-4E94-B079-76D93B92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DC4DF-D123-45D4-ADB9-6924BCBA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8B1FC-E676-4876-896C-2ED55FA3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讓 AI 能呼叫外部服務或工具。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B3062-E380-430D-80DF-AB2E6F39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7795B-89FA-4032-84A3-4F7DCA0D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Higgsfield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5F737-70B3-4A0F-91AB-70F6F44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依角色與分鏡生成影像或影片素材。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6407B-45D8-4135-B7D3-3FB98849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FEC8C-0B2D-438E-9A5F-7FF2D801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本地資料夾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29520-9B27-408B-B30B-3FF144DF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保存角色表、分鏡表與中間版本。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6F79F-74AC-4D72-B1BA-2BC6D493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DD64E-9A03-482C-855C-6B4241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A11A1-A22E-4256-805F-0553088B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1417047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F87F7-7DBA-4BC7-82BD-F1460F55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三步驟動畫工作流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44730-80A3-490A-BBA8-618B5FAB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AF272-49DD-4B74-898A-3AA43102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3190875"/>
            <a:ext cx="736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DACDD-FA6F-42F0-B23C-AB364A7D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00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B3E52-49CF-40CF-983D-8D778DD1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195B6-F72E-48A7-9BE1-0D9B0E3F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45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角色表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BA6AA-6083-48B0-9193-727FD366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30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先固定角色外觀與設定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7C5AF-179B-4C39-83CC-1C43C715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675B9-2E13-48CB-8161-49237C98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0799E-42FD-414B-9527-89D28303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714750"/>
            <a:ext cx="345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分鏡表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2AAB0-FF17-4174-BF75-98BCCBA4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286250"/>
            <a:ext cx="330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把鏡頭與動作拆開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5276C-E5D8-424A-A74D-0A765F34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0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35CCD-4774-4542-ACBD-B2A120B0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40593-3334-41F1-BB10-016CFBD7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714750"/>
            <a:ext cx="345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41544-92BF-445A-967F-05B770D3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86250"/>
            <a:ext cx="330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逐鏡頭產出再整合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48484-DFDA-49F2-8553-F0942A6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482E8-CC29-49FE-B685-C74D974D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C417C-C7BF-4144-AB5E-8C33A9BA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2028290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5CA65-AD10-4299-8AA3-CF97F66C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為什麼要先做角色表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D9CE4-9BE2-4A79-9043-C47D8359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008C6-4842-46EB-AFB9-D58FE3B2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一致性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96698-F615-4BB3-A4C8-CDE2DA0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讓不同鏡頭中的服裝、髮型、年齡與比例有共同基準。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4D081-CC74-4B60-BC48-8423E316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8062D-F916-401B-8978-302CE67D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可修正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C1481-0CB8-437E-BCF5-EDE0F1FA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生成結果出問題時，可以回到設定表，而不是只重抽一張圖。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1230B-9C00-4829-A47D-63670857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7B2A2-4515-4D08-9106-F5AB5343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E54D2-B2BF-4E72-87E5-045E2B92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1896183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CC74F-D247-4F46-8286-16A8F8B1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分鏡表要回答的問題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6E85D-E48E-405B-BA19-B63D62BE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D2869-629D-4F70-BDA9-CF8D6566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09629-A87D-474E-BA48-A39844A8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這一鏡看見誰、在哪裡、做什麼？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5BD9B-9762-4065-925F-6741470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FC156-D9E2-4BD4-B3EF-8728A799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鏡頭距離、角度與畫面比例是什麼？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2C220-1C40-439F-B3FC-EF9B8D6D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77452-EE8C-48F5-B700-A04E1061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角色動作如何銜接前後鏡？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1EE7D-B412-4596-B732-CF6D36D1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95C23-5145-4C63-8502-8872570E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這一鏡要生成圖片還是影片？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F9777-411C-4F5E-88B3-6EFE1D08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66C3A-0727-43A8-BCEA-1C599288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20C1E-2544-4567-A735-62F944B4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0022959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20BF1-9632-48A4-8B70-4CFA6FA6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580C"/>
                </a:solidFill>
              </a:defRPr>
            </a:pPr>
            <a:r>
              <a:rPr sz="1200" b="1">
                <a:solidFill>
                  <a:srgbClr val="EA580C"/>
                </a:solidFill>
              </a:rPr>
              <a:t>一個可帶走的判斷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0ADD6-B425-4353-AD5C-72F254D6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「把中間產物留下來，創作才有機會被修正與重用。」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A121E-0BE3-432A-B266-1E62F824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Claude Skills × Higgsfield 動畫流程整理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D5DF3-01A2-4FF3-AE0F-DA758F39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0B480-5B2B-4072-A9D8-A70763D8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9C3F6-55F4-4D4A-9E67-EB96AE1B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2817960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DBDF2-3A57-4BA2-BA07-5954EB7B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生成式動畫最常見的風險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BE465-0D43-4AB4-80B6-2E0B7B6D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07C79-ECDB-40D2-9E11-BB0DD0B8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視覺漂移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FDF89-DF65-499E-922C-DD2F510E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角色、場景或光線在鏡頭之間變化，觀眾會感到不連貫。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A4759-9D1A-498D-9068-396661F5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A8F20-D6A3-45D0-9CF4-C93A08B0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流程漂移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C5388-0CF7-4F69-934F-38DF3B3E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每次都用不同寫法與不同規格，結果難以比較，也難以重做。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E2873-C317-4D20-A880-CDD2BA82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5D5EA-A50C-48FA-8984-536AB6C0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96511-3DCA-41B4-8305-313D18E5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21200006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41AB1-9FDB-40AB-83C2-E5714A91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讓創作管線更穩定的做法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7797D-DBC2-4CFA-BEBD-615A2C31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166E3-58B2-4B6D-926C-3F7D925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A19FF-56B9-4F24-B9C3-73EC3BCE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先固定畫面比例與命名規則。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130FF-4E62-4104-8693-0BEFAE18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D5A4E-9D46-4BAF-8AE9-4A133DF3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角色表與分鏡表使用同一套術語。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82EED-56E7-4F39-8E9C-CD584D42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DA9D3-2A6E-4A67-AF50-85AA8B93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每次生成保留提示詞、版本與選擇理由。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7FBEB-DF1F-41E7-9C2B-798FF955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2094D-38FE-4067-BFE8-B0B97755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先完成一鏡的品質，再擴展到整段動畫。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DE181-5464-4537-88B0-4338B40A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593B9-4BD5-433D-AC48-5F363B3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E96E7-4D2D-4248-A476-CFB42B3B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7967878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FFC32-6581-4CE8-AECC-20F817EE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從 Skill 到可交付動畫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338FA-836D-4C0D-85EB-5AEB8B06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E94B5-49BC-4BAB-9CB8-03B81565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53C3C-84AA-4334-8DF4-A0552C2C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B2F93-3FF6-4ED0-81D4-E5A10B37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7B96A-C366-4561-9F0B-34BD33D4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規格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10854-F216-4674-BE47-1394604B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定義角色與畫面規則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8EFBD-0241-4169-8E3B-4AE6BC9B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101BC-AF0B-4829-B4F1-36B9921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DF863-4794-4A47-B881-E86445A9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822B9-C224-4CB2-AEC5-9207025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先做低成本分鏡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F0F64-F8E0-4312-AAC8-17313A63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F6A74-E220-409E-BCBA-29CD1ED8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1DA5F-FE92-4662-AE2A-7AD73285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D7708-109B-4746-A3D0-FC7C95E9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依鏡頭逐一製作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EECD0-A07C-4BB2-BE1D-337551A8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748B6-8B37-4225-B4F6-F86525B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86ACF-56DF-4F21-85B7-BDF7C6CF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整合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2A355-3249-4FC2-83BF-E8A31A11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檢查連貫與輸出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55BB8-979F-40D5-B86F-177078B4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82F63-2B8B-42D3-91BC-1CA12002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10B1C-51F5-47DE-BDA6-8D5C6410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6231779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5F60B-892E-4C98-826A-8642A354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AD263-D8F8-4623-A402-340C4031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下一步：把一個創作流程變成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7AD4E-B794-4991-B929-3B008DA6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選一個你每次都會重複的工作，例如角色表、分鏡或字幕整理，先做出可測試的小版本。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2D152-7161-4ADE-91D0-ADEDABDC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63C50-97A1-4CF2-992D-42ED939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寫出輸入、步驟、輸出與驗收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1C146-70F1-4431-8381-A7A64300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4450C-8722-4BE0-9F58-3DA74044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保留角色表、分鏡表與生成版本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AF1DB-6CB9-4E68-AD94-056258F2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DA0BE-E1FC-44B0-B072-BF16EA7B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用三個案例測試一致性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BC9D2-2270-4388-AE52-D2785283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F80E6-A9F4-411C-B135-379569A1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8A60D-5143-456B-8C55-108E657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401788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2026-08-09T07:57:53.6410000Z</dcterms:created>
  <dcterms:modified xsi:type="dcterms:W3CDTF">2026-08-09T07:57:53.6410000Z</dcterms:modified>
</coreProperties>
</file>