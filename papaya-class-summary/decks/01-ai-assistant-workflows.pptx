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507411ac04e28" /><Relationship Type="http://schemas.openxmlformats.org/officeDocument/2006/relationships/extended-properties" Target="/docProps/app.xml" Id="R621404902fd446cf" /><Relationship Type="http://schemas.openxmlformats.org/officeDocument/2006/relationships/officeDocument" Target="/ppt/presentation.xml" Id="R0b4c6a06a3144e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fbfda00234058"/>
  </p:sldMasterIdLst>
  <p:notesMasterIdLst>
    <p:notesMasterId xmlns:r="http://schemas.openxmlformats.org/officeDocument/2006/relationships" r:id="Rec01c3218283452a"/>
  </p:notesMasterIdLst>
  <p:sldIdLst>
    <p:sldId xmlns:r="http://schemas.openxmlformats.org/officeDocument/2006/relationships" id="256" r:id="Raa045765cbcb40b9"/>
    <p:sldId xmlns:r="http://schemas.openxmlformats.org/officeDocument/2006/relationships" id="257" r:id="R18a94a3b02cc47eb"/>
    <p:sldId xmlns:r="http://schemas.openxmlformats.org/officeDocument/2006/relationships" id="258" r:id="R8fded47648c4414f"/>
    <p:sldId xmlns:r="http://schemas.openxmlformats.org/officeDocument/2006/relationships" id="259" r:id="R6edd45a1366946a7"/>
    <p:sldId xmlns:r="http://schemas.openxmlformats.org/officeDocument/2006/relationships" id="260" r:id="R1177318beac64bd2"/>
    <p:sldId xmlns:r="http://schemas.openxmlformats.org/officeDocument/2006/relationships" id="261" r:id="R8ce585af98e246b9"/>
    <p:sldId xmlns:r="http://schemas.openxmlformats.org/officeDocument/2006/relationships" id="262" r:id="Ra1e22f0b72064e92"/>
    <p:sldId xmlns:r="http://schemas.openxmlformats.org/officeDocument/2006/relationships" id="263" r:id="R4e277cdafba4433e"/>
    <p:sldId xmlns:r="http://schemas.openxmlformats.org/officeDocument/2006/relationships" id="264" r:id="R29ac12ee18a54737"/>
    <p:sldId xmlns:r="http://schemas.openxmlformats.org/officeDocument/2006/relationships" id="265" r:id="R2d777b05dcfc4f44"/>
    <p:sldId xmlns:r="http://schemas.openxmlformats.org/officeDocument/2006/relationships" id="266" r:id="Rbdfe8518686c4397"/>
    <p:sldId xmlns:r="http://schemas.openxmlformats.org/officeDocument/2006/relationships" id="267" r:id="R50d2b234f24541a3"/>
    <p:sldId xmlns:r="http://schemas.openxmlformats.org/officeDocument/2006/relationships" id="268" r:id="R65738bc043a34cb9"/>
    <p:sldId xmlns:r="http://schemas.openxmlformats.org/officeDocument/2006/relationships" id="269" r:id="Rff593d791ba44b83"/>
    <p:sldId xmlns:r="http://schemas.openxmlformats.org/officeDocument/2006/relationships" id="270" r:id="Rf08029656fb346cc"/>
    <p:sldId xmlns:r="http://schemas.openxmlformats.org/officeDocument/2006/relationships" id="271" r:id="R447542897740420d"/>
    <p:sldId xmlns:r="http://schemas.openxmlformats.org/officeDocument/2006/relationships" id="272" r:id="Rec414e09478e4a8c"/>
    <p:sldId xmlns:r="http://schemas.openxmlformats.org/officeDocument/2006/relationships" id="273" r:id="R2d9536b78221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f123d85a4452d" /><Relationship Type="http://schemas.openxmlformats.org/officeDocument/2006/relationships/slideMaster" Target="/ppt/slideMasters/slideMaster1.xml" Id="R368fbfda00234058" /><Relationship Type="http://schemas.openxmlformats.org/officeDocument/2006/relationships/notesMaster" Target="/ppt/notesMasters/notesMaster1.xml" Id="Rec01c3218283452a" /><Relationship Type="http://schemas.openxmlformats.org/officeDocument/2006/relationships/presProps" Target="/ppt/presProps.xml" Id="Rcad33e62dc674df4" /><Relationship Type="http://schemas.openxmlformats.org/officeDocument/2006/relationships/tableStyles" Target="/ppt/tableStyles.xml" Id="R7b99954206904fd2" /><Relationship Type="http://schemas.openxmlformats.org/officeDocument/2006/relationships/slide" Target="/ppt/slides/slide1.xml" Id="Raa045765cbcb40b9" /><Relationship Type="http://schemas.openxmlformats.org/officeDocument/2006/relationships/slide" Target="/ppt/slides/slide2.xml" Id="R18a94a3b02cc47eb" /><Relationship Type="http://schemas.openxmlformats.org/officeDocument/2006/relationships/slide" Target="/ppt/slides/slide3.xml" Id="R8fded47648c4414f" /><Relationship Type="http://schemas.openxmlformats.org/officeDocument/2006/relationships/slide" Target="/ppt/slides/slide4.xml" Id="R6edd45a1366946a7" /><Relationship Type="http://schemas.openxmlformats.org/officeDocument/2006/relationships/slide" Target="/ppt/slides/slide5.xml" Id="R1177318beac64bd2" /><Relationship Type="http://schemas.openxmlformats.org/officeDocument/2006/relationships/slide" Target="/ppt/slides/slide6.xml" Id="R8ce585af98e246b9" /><Relationship Type="http://schemas.openxmlformats.org/officeDocument/2006/relationships/slide" Target="/ppt/slides/slide7.xml" Id="Ra1e22f0b72064e92" /><Relationship Type="http://schemas.openxmlformats.org/officeDocument/2006/relationships/slide" Target="/ppt/slides/slide8.xml" Id="R4e277cdafba4433e" /><Relationship Type="http://schemas.openxmlformats.org/officeDocument/2006/relationships/slide" Target="/ppt/slides/slide9.xml" Id="R29ac12ee18a54737" /><Relationship Type="http://schemas.openxmlformats.org/officeDocument/2006/relationships/slide" Target="/ppt/slides/slide10.xml" Id="R2d777b05dcfc4f44" /><Relationship Type="http://schemas.openxmlformats.org/officeDocument/2006/relationships/slide" Target="/ppt/slides/slide11.xml" Id="Rbdfe8518686c4397" /><Relationship Type="http://schemas.openxmlformats.org/officeDocument/2006/relationships/slide" Target="/ppt/slides/slide12.xml" Id="R50d2b234f24541a3" /><Relationship Type="http://schemas.openxmlformats.org/officeDocument/2006/relationships/slide" Target="/ppt/slides/slide13.xml" Id="R65738bc043a34cb9" /><Relationship Type="http://schemas.openxmlformats.org/officeDocument/2006/relationships/slide" Target="/ppt/slides/slide14.xml" Id="Rff593d791ba44b83" /><Relationship Type="http://schemas.openxmlformats.org/officeDocument/2006/relationships/slide" Target="/ppt/slides/slide15.xml" Id="Rf08029656fb346cc" /><Relationship Type="http://schemas.openxmlformats.org/officeDocument/2006/relationships/slide" Target="/ppt/slides/slide16.xml" Id="R447542897740420d" /><Relationship Type="http://schemas.openxmlformats.org/officeDocument/2006/relationships/slide" Target="/ppt/slides/slide17.xml" Id="Rec414e09478e4a8c" /><Relationship Type="http://schemas.openxmlformats.org/officeDocument/2006/relationships/slide" Target="/ppt/slides/slide18.xml" Id="R2d9536b78221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56eeccf0842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9a03a274514c3b" /><Relationship Type="http://schemas.openxmlformats.org/officeDocument/2006/relationships/notesMaster" Target="/ppt/notesMasters/notesMaster1.xml" Id="Reba45140d6ec4d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eed9c1bac4557" /><Relationship Type="http://schemas.openxmlformats.org/officeDocument/2006/relationships/notesMaster" Target="/ppt/notesMasters/notesMaster1.xml" Id="R5e1c234050c24e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4785ad2d574832" /><Relationship Type="http://schemas.openxmlformats.org/officeDocument/2006/relationships/notesMaster" Target="/ppt/notesMasters/notesMaster1.xml" Id="Rf8737bf9c92c4f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ae358527af410c" /><Relationship Type="http://schemas.openxmlformats.org/officeDocument/2006/relationships/notesMaster" Target="/ppt/notesMasters/notesMaster1.xml" Id="Reb3bf4a0ed364b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f2533c88724243" /><Relationship Type="http://schemas.openxmlformats.org/officeDocument/2006/relationships/notesMaster" Target="/ppt/notesMasters/notesMaster1.xml" Id="Raa9b04505519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b46e1f8da94385" /><Relationship Type="http://schemas.openxmlformats.org/officeDocument/2006/relationships/notesMaster" Target="/ppt/notesMasters/notesMaster1.xml" Id="R3e33e8762ae94b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6b5517469d47dd" /><Relationship Type="http://schemas.openxmlformats.org/officeDocument/2006/relationships/notesMaster" Target="/ppt/notesMasters/notesMaster1.xml" Id="Rb6f8c55a21934d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446bd84e304666" /><Relationship Type="http://schemas.openxmlformats.org/officeDocument/2006/relationships/notesMaster" Target="/ppt/notesMasters/notesMaster1.xml" Id="Ra0493fbe1bd34a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1ef6f9427648aa" /><Relationship Type="http://schemas.openxmlformats.org/officeDocument/2006/relationships/notesMaster" Target="/ppt/notesMasters/notesMaster1.xml" Id="R22a3106b988545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07c501176244a0" /><Relationship Type="http://schemas.openxmlformats.org/officeDocument/2006/relationships/notesMaster" Target="/ppt/notesMasters/notesMaster1.xml" Id="R7cd6d1d045e544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fde8f1ff6449a5" /><Relationship Type="http://schemas.openxmlformats.org/officeDocument/2006/relationships/notesMaster" Target="/ppt/notesMasters/notesMaster1.xml" Id="Rff991816620f4f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41e208d7aa41dd" /><Relationship Type="http://schemas.openxmlformats.org/officeDocument/2006/relationships/notesMaster" Target="/ppt/notesMasters/notesMaster1.xml" Id="R277263aa1cd24a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661588c54b477d" /><Relationship Type="http://schemas.openxmlformats.org/officeDocument/2006/relationships/notesMaster" Target="/ppt/notesMasters/notesMaster1.xml" Id="R1cfebf1890c04f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14e55e4edc4614" /><Relationship Type="http://schemas.openxmlformats.org/officeDocument/2006/relationships/notesMaster" Target="/ppt/notesMasters/notesMaster1.xml" Id="R9e4c502342134c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c8e52f9e404506" /><Relationship Type="http://schemas.openxmlformats.org/officeDocument/2006/relationships/notesMaster" Target="/ppt/notesMasters/notesMaster1.xml" Id="R3203858b4fc24d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243e02252f4567" /><Relationship Type="http://schemas.openxmlformats.org/officeDocument/2006/relationships/notesMaster" Target="/ppt/notesMasters/notesMaster1.xml" Id="R68a9273f24c948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354a886f0046f1" /><Relationship Type="http://schemas.openxmlformats.org/officeDocument/2006/relationships/notesMaster" Target="/ppt/notesMasters/notesMaster1.xml" Id="R7f706d2f963746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9429526871458d" /><Relationship Type="http://schemas.openxmlformats.org/officeDocument/2006/relationships/notesMaster" Target="/ppt/notesMasters/notesMaster1.xml" Id="R87f731740906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會員｜用提問改善 AI 回答: https://www.youtube.com/watch?v=-cNAPxT2ai4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會員｜用提問改善 AI 回答: https://www.youtube.com/watch?v=-cNAPxT2ai4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- Hermes Agent 私人助理: https://www.youtube.com/watch?v=-EivK7vpOXY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會員｜Simple Summarizer 網頁與 YouTube 摘要工具: https://www.youtube.com/watch?v=UbuqTz-QpTI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會員｜Simple Summarizer 網頁與 YouTube 摘要工具: https://www.youtube.com/watch?v=UbuqTz-QpTI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會員｜Simple Summarizer 網頁與 YouTube 摘要工具: https://www.youtube.com/watch?v=UbuqTz-QpTI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Hermes Agent 私人助理: https://www.youtube.com/watch?v=-EivK7vpOXY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Hermes Agent 私人助理: https://www.youtube.com/watch?v=-EivK7vpOXY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Hermes Agent 私人助理: https://www.youtube.com/watch?v=-EivK7vpOXY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Hermes Agent 私人助理: https://www.youtube.com/watch?v=-EivK7vpOXY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會員｜用提問改善 AI 回答: https://www.youtube.com/watch?v=-cNAPxT2ai4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- Hermes Agent 私人助理: https://www.youtube.com/watch?v=-EivK7vpOXY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會員｜Simple Summarizer 網頁與 YouTube 摘要工具: https://www.youtube.com/watch?v=UbuqTz-QpTI</a:t>
            </a:r>
          </a:p>
          <a:p xmlns:a="http://schemas.openxmlformats.org/drawingml/2006/main">
            <a:r>
              <a:t>- Codex Record &amp; Replay: https://www.youtube.com/watch?v=SFWYaF0HJiw</a:t>
            </a:r>
          </a:p>
          <a:p xmlns:a="http://schemas.openxmlformats.org/drawingml/2006/main">
            <a:r>
              <a:t>- Codex 辦公室與網站工作流: https://www.youtube.com/watch?v=W5ymBPi53Tw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f8229836e4a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c4e33a967c4c3a" /><Relationship Type="http://schemas.openxmlformats.org/officeDocument/2006/relationships/slideLayout" Target="/ppt/slideLayouts/slideLayout1.xml" Id="Red3b68fa405246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3b68fa405246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7fcd7487d4d2e" /><Relationship Type="http://schemas.openxmlformats.org/officeDocument/2006/relationships/notesSlide" Target="/ppt/notesSlides/notesSlide1.xml" Id="Rf0b4626d46ef4f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ec1c85311493d" /><Relationship Type="http://schemas.openxmlformats.org/officeDocument/2006/relationships/notesSlide" Target="/ppt/notesSlides/notesSlide2.xml" Id="Rab596eabf62d4d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8b18d15d1418b" /><Relationship Type="http://schemas.openxmlformats.org/officeDocument/2006/relationships/notesSlide" Target="/ppt/notesSlides/notesSlide3.xml" Id="R07fa14eef3c34e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3339c10a746c7" /><Relationship Type="http://schemas.openxmlformats.org/officeDocument/2006/relationships/notesSlide" Target="/ppt/notesSlides/notesSlide4.xml" Id="Rbecb51db808b44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045c772e14cc0" /><Relationship Type="http://schemas.openxmlformats.org/officeDocument/2006/relationships/notesSlide" Target="/ppt/notesSlides/notesSlide5.xml" Id="Reac541e2b61f41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701ea104f4075" /><Relationship Type="http://schemas.openxmlformats.org/officeDocument/2006/relationships/notesSlide" Target="/ppt/notesSlides/notesSlide6.xml" Id="Rc3510596821a42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b4da6b1d143b7" /><Relationship Type="http://schemas.openxmlformats.org/officeDocument/2006/relationships/notesSlide" Target="/ppt/notesSlides/notesSlide7.xml" Id="Rc5398bf2453846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7f0cccf044f40" /><Relationship Type="http://schemas.openxmlformats.org/officeDocument/2006/relationships/notesSlide" Target="/ppt/notesSlides/notesSlide8.xml" Id="Rd1df3ecb203445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a89282a41435e" /><Relationship Type="http://schemas.openxmlformats.org/officeDocument/2006/relationships/notesSlide" Target="/ppt/notesSlides/notesSlide9.xml" Id="Rb8b977e3f34e43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c47acfd7d4eea" /><Relationship Type="http://schemas.openxmlformats.org/officeDocument/2006/relationships/notesSlide" Target="/ppt/notesSlides/notesSlide10.xml" Id="R2c2e5c7f836048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7aed28a044807" /><Relationship Type="http://schemas.openxmlformats.org/officeDocument/2006/relationships/notesSlide" Target="/ppt/notesSlides/notesSlide11.xml" Id="R3d8b413b44f94b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acf7634a14123" /><Relationship Type="http://schemas.openxmlformats.org/officeDocument/2006/relationships/notesSlide" Target="/ppt/notesSlides/notesSlide12.xml" Id="Ra93c1ddf108c48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c3008af4e4346" /><Relationship Type="http://schemas.openxmlformats.org/officeDocument/2006/relationships/notesSlide" Target="/ppt/notesSlides/notesSlide13.xml" Id="R79e8deeade8c4b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c94003c5a4976" /><Relationship Type="http://schemas.openxmlformats.org/officeDocument/2006/relationships/notesSlide" Target="/ppt/notesSlides/notesSlide14.xml" Id="R1905bc51ac4240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fb60858764649" /><Relationship Type="http://schemas.openxmlformats.org/officeDocument/2006/relationships/notesSlide" Target="/ppt/notesSlides/notesSlide15.xml" Id="R003976fe3e8f4c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acc76fe514afe" /><Relationship Type="http://schemas.openxmlformats.org/officeDocument/2006/relationships/notesSlide" Target="/ppt/notesSlides/notesSlide16.xml" Id="R894b447ed1ca46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7ba9902974379" /><Relationship Type="http://schemas.openxmlformats.org/officeDocument/2006/relationships/notesSlide" Target="/ppt/notesSlides/notesSlide17.xml" Id="Re03a26fbdf7944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d16590f674e24" /><Relationship Type="http://schemas.openxmlformats.org/officeDocument/2006/relationships/notesSlide" Target="/ppt/notesSlides/notesSlide18.xml" Id="R3aaef278c0d04c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B5A39-2B33-421E-9279-DDA93F8F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6C110-7543-4B55-8A6C-8436ADB3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PAPAYA CLASS｜主題一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E990C-ADE3-4563-9EC2-6CEA4B94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AI 助手工作流：從回答到交付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FCDAE-129F-48C3-B8F7-29B8A94E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把提示詞、摘要、錄製流程與長時間代理，組成可重複的工作方法。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EAF92-C983-4B63-8A68-2D81D5B9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240EF-347E-4322-A4A4-17497856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148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18 頁</a:t>
            </a:r>
          </a:p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4 個主題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193DA-38E2-492B-99C2-A24E2FB9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依 9 支影片整理｜含 3 支會員專屬內容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C1F13-5D56-47ED-9067-BB66C1FA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F5712-673B-42C9-87C4-FA9CC3C9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AFFC8-F961-4364-8939-4A3DF16A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01 / 18</a:t>
            </a:r>
          </a:p>
        </p:txBody>
      </p:sp>
    </p:spTree>
    <p:extLst>
      <p:ext uri="{BB962C8B-B14F-4D97-AF65-F5344CB8AC3E}">
        <p14:creationId xmlns:p14="http://schemas.microsoft.com/office/powerpoint/2010/main" val="140313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35184-42B3-458F-AA3E-1893DCD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7D1CD-E198-4F78-B0A5-EF635D82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BACE9-AF7B-406A-8F48-A3989CB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AI 不只是回答問題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293EF-7A60-4758-A95C-4F840F8F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近三個月內容反覆指向同一個轉變：AI 的價值，從文字回覆走向可驗收的工作交付。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14276-4B83-4BAD-9146-AA8138DD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709F7-BF59-49F1-AC43-1847232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8B2E-0386-4CB9-911B-D771358B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158133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BDADA-8A10-4D83-98EC-44EB9FD5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一個可帶走的判斷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FC25B-75BB-4A1E-8BE7-C3718CCA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「先把需求問清楚，答案才有機會真正有用。」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CED6E-9CC4-4608-B565-E55EB693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會員影片：用提問改善 AI 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A306A-1617-4AEB-9F50-FED8E107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5ADD9-4210-4848-95F8-88C3081E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E77C8-E527-4BA2-B5AE-7B785D6D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781411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1A87A-6576-4B06-8075-A3675EA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讓 AI 先問 3–5 個問題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9E77A-B2E9-4713-87BE-1D360F8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49A22-F1B3-4BE6-B895-B8C101EB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把模糊任務轉成共同定義的任務。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5C5A0-6155-43E0-9100-98C05DB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A64A1-0945-4C06-A330-F44B872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先確認目標、受眾、格式、限制與期限。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F01DE-F75A-451D-A594-550CF17F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00CD9-2BB3-4946-AF55-52E121CE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一次問一個問題，降低使用者回答負擔。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CA0A5-A1BC-4AF8-ADDE-CA0087F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B997B-4B18-47B6-827D-FD23651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資訊越完整，AI 越能從泛泛而談變成可執行方案。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A9269-2169-4A04-9C13-4900F235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98BD9-F5E8-4843-A0E7-3BAD5852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把好用的提問句存成 Raycast 片段，日後快速重用。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82506-C002-44C2-87DF-7B9DB314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C9018-AC0B-48CB-A157-5F44F09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6C6F7-9C93-42F5-9DE4-C4211D98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631282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D951D-C31E-4600-BB06-2082A2A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一個可靠的 AI 任務循環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005EA-7316-4C93-89E9-0F92775B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924B7-9262-46BE-9899-6AB1A01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B8464-CCC7-4E4C-9FB4-F4761A60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9BEC2-3397-43BF-A55F-70DE5F63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5342C-166E-4CC1-B890-022315DA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D80CC-15C1-411B-94B1-A47EAF3A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說清楚輸入與成功條件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79375-1098-42C2-B56F-6856B255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0AA29-4964-4694-BD1E-A92E8D85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E8D3B-3C8A-4934-828E-2ADC3B4D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執行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2D753-B098-433F-94F9-0D219038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讓 AI 產出檔案或動作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ADD53-790B-4F1C-82E0-7A3AC2BC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6C76C-4799-466D-8FC6-99E353AB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D3310-6DF0-4958-9E1C-7E81E88B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檢查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2EC4C-4345-45F5-BF2F-C1FB5B82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回看結果與權限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55AD3-C685-4ADF-9E3D-360529AB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665B4-CEC2-449D-AC60-86E7827E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95BBA-07B1-492F-89E2-93ED588C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重播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C7E38-8477-41E5-A992-B670A624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把有效流程留下來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51CA2-D44E-44AB-9B71-159DE996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36873-0FBB-4FE2-AE4B-2760E10D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A94C0-544D-4195-A35D-95923FFC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2095486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AFEA5-4F33-4C10-962C-188ECD75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Record &amp; Replay：把操作變成方法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223E9-4509-4AF6-8510-FF759419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59412-E36B-4457-B813-AA0865FE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Record｜示範一次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33AFF-36A4-4B29-9A2A-1A3659E4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在電腦上完成一段真實操作，例如從 Gmail 收據複製資料到 Google 試算表；系統記錄操作脈絡與步驟。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E4B8-D0C1-41E0-82DA-8DB0CFC3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3A4A-6EAE-45D0-AF1B-3F349D93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Replay｜交給 AI 重做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D99D5-9194-45C9-8516-0E24594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Codex 分析錄製內容，整理成可重用的 Skill，再用同一套規則重播任務。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C3322-E744-4A11-946B-366CE471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93BEE-4462-4D13-9A8D-709DBCA8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295DC-6498-42C1-A35E-B3026F46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492695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98A05-13FD-43F7-ABE8-163EA7D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一個好 Skill 應該包含什麼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AE89D-F853-4A2F-B5AD-D71B16C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CB488-8EB5-4BB5-B601-7183A975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0BC30-2D06-4197-B597-B266DC6A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觸發時機：什麼情況下該使用它。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84AA1-6EB9-4423-A4B4-D46B098D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D2F3E-828D-4F29-8E38-5985471D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執行步驟：每一步的輸入、動作與輸出。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268EB-2BF2-46BC-A282-E34E95AE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E7AE5-5AE6-47F2-82FD-055C1B4C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權限邊界：哪些操作需要確認，哪些不能自動做。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E23D8-97DD-4F03-B59C-F6AB37E6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E0B0C-6755-481A-A312-175E3696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驗收條件：完成後如何判斷結果正確。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E9D44-EF40-413B-BD0B-5F362B41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1BC70-3993-4DB5-9459-FF239E9D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F416E-576F-4051-99CA-134E17C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976206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E8632-E4F5-498A-80B1-913AB9C1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0AFC3-374A-4AFC-8083-CDE77885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700CA-2F58-4F44-9743-35E3F030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摘要工具：先掃讀，再判斷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8C0EC-B992-4B25-93BF-7EB9AFB4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Simple Summarizer 把長網頁、影片與選取文字快速轉成可讀摘要，適合建立第一輪理解。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547AE-2C56-4EF9-B53F-B69036A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125C6-4D67-4076-8D61-75D2AACF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951F8-E84F-40F9-A4E6-FE141849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1773949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264EE-EF67-428A-98FE-53DE6BF3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Simple Summarizer 的使用路徑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1DF65-B2E1-4477-917A-4A132C3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D7342-9B48-49EB-80C4-47E5EF63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58E4D-0B91-4488-A3EE-B9A48E80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0D237-B8D3-4801-B1ED-9E7DAF15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1E5E3-AFDC-4CC0-9D96-F6526DF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安裝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D0E8D-253E-4C18-9F56-01CC12D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安裝擴充功能並釘選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29181-1B4C-4536-A71D-C243608D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8DD46-14EA-4596-8AD2-D9A9204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6E741-648A-4517-AAEC-9FD5F7D3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設定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E2565-8C4A-466F-90C6-40E683A2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填入模型與 API 金鑰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B5E97-BCBD-477D-8390-F9A1BAE4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2F9F4-C7F5-416B-9950-A8E7BC0F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04366-8B99-455B-9209-168BCFC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36B0E-1A63-4D61-8F91-FEC77B08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全頁或選取文字送出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96A7E-A845-4CEC-B059-36B2E88B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2AD2A-885C-4B3B-BC91-68A0E436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259ED-B046-472E-87F6-076C80DA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追問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30AD6-886E-4E3E-9F65-953B4CE3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在側欄延伸問題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753EC-17B0-4C26-8757-E36B99DD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634D1-F5D1-4FFC-B8B1-1FA9D54D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C7644-DA4C-4FCD-8B8C-EA594269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503657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81374-76A6-48CF-A9F6-91D0352D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摘要工具的兩個工作模式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914B1-0671-4109-AEA5-4E234BDA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E603F-C4A5-4425-AD65-3F8E0B1B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快速理解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3C664-8555-46E5-B638-C15894D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先抓主旨、段落結構與關鍵名詞，適合判斷是否值得深入閱讀。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C190C-3C78-43F3-B52B-02D19F7A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EAA01-FA19-4F3E-AFBD-F1448CDE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帶著上下文追問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E9442-71D5-483F-A719-A16BB755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把選取文字加入上下文，再請 AI 比較、解釋或整理成下一步。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FC64-D02B-4FFC-8F8E-33F9DAFD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9A230-581A-494C-951B-6B22AACB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21C72-F75A-4081-80E3-3C889D96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952512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7083-E37F-4F9D-A587-4E50EDB6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2A92D-2AD2-49DD-871A-DAAC5BA3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563EB"/>
                </a:solidFill>
              </a:defRPr>
            </a:pPr>
            <a:r>
              <a:rPr sz="4350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8F38F-19F7-4274-BB66-14A279CE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Hermes Agent：長時間私人助理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CFA06-0DC8-41C8-84F1-71B0DD19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影片將代理想像成能背景執行、連接手機、累積記憶並逐步學習的助理。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09A8C-09A8-4C47-89D6-D8938C4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B7DD6-DD0C-4715-BD99-E05D64B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278F8-968C-42A2-8C35-F16E36F9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206056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A24F3-1007-42FD-8678-18C68D75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代理工作流的四個能力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97F9F-EDFF-4B26-81F7-F78E987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F5541-EDC6-4BEB-B2A7-F9EDA97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9AE92-BE69-4670-9D1F-CB0DCAAD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持續執行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09BBC-32B7-49E1-BF90-4D474BB3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不只一次問答，而是能在背景處理較長任務。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A3AF9-C768-44B0-97F1-52823BD1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DD31C-C92E-4799-9BBF-E01C856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多端使用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90182-E325-47BC-AD3F-31C5582A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透過手機或其他介面查看與介入工作。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56D13-31A2-43A1-98A4-B1CEE17C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8D60D-276D-4E16-B1BD-1AF198E8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記憶累積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26814-A5C8-4389-92ED-BFC993E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把偏好、脈絡與過往經驗留下來。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3C5C5-849B-4A9D-A90B-C20EF9A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3133A-9BA7-4F27-857A-B67CC35A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安全控制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BF252-C4A7-495A-BA90-2B01335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危險或高權限動作要停下來取得授權。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285E7-CCEE-4324-857C-3371A3F1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8F685-2652-4655-8F1D-E351AB66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2C247-0727-4CF6-86F3-558B95BC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3117848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133F7-6B9E-48D5-9F51-158625C1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本機代理與雲端代理的取捨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130E6-BF7C-4D6C-960C-2AB03A37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8DC5D-EE87-493F-A317-73AE838B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本機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43571-6542-4A4A-ABFE-B83AF4E5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隱私與成本較好掌握，資料不必離開自己的電腦；但需要足夠硬體，也不一定能全天候運作。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BA0E4-B775-409C-8BEE-FAB920D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F9E0B-EBF0-4081-9C88-2ECBE924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雲端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0B73C-CCFD-4EBE-924F-6F9CEA7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較適合長時間運行與跨裝置使用；相對要管理費用、帳號、資料傳輸與權限。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4E8C1-1ED8-4CD3-9D79-185F66B6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7B663-0DAB-48A3-A32E-FEF74AD5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DE593-0E9E-4437-B857-2FD2D83D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35315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45ECF-B892-4A21-82C7-623204E0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助手的安全底線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2EB31-604F-450A-94EB-E467CF4F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432C9-47B2-43A4-B390-9BD9EA1B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BB323-75CB-4B1D-8DFB-022F82FB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使用非管理員帳號，縮小錯誤的破壞範圍。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2F7A3-332C-45A0-8EF6-4AC4FEE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CC4C7-86AA-44D8-8472-84C6441B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涉及刪除、付款、寄信或公開發布時要求確認。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0099D-2DE2-4E37-8A00-3754449A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E8ABD-5B54-434B-8C6E-7F8F255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每個自動化流程都要保留可回看的輸出。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69985-134E-4505-89B2-BE4298AA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26666-0E95-4C18-89F7-4929C938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先用低風險資料測試，再擴大到正式工作。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F350C-CF02-44E0-AE98-2C28CBC9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AB26E-9E62-41FC-9D92-B8E75288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3C316-F03E-4AAF-B23C-B7390A5F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493559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7BA50-8D46-4AA8-892B-FDC3F70A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從聊天到交付：判斷標準改變了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9B14C-9509-4C47-8956-35AEC476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AB12F-B852-44CB-A812-6BEAF00B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聊天型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1FAAE-33FF-4E98-B6A6-9DB988D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重點是回答是否合理、文字是否完整。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66C79-8FDD-479D-8036-6250997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DB8E7-C03D-4A02-A4A6-B66D6CB5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交付型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C2EC6-C245-45EA-A33C-6E03AF28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重點是檔案是否產生、流程是否可重播、結果是否通過驗收。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120C2-D23B-4125-8DA8-58D203D0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B3ABF-185D-4B52-92B0-90C915D9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A79C2-F417-4BDB-BDE9-A307BD69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6692670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02012-8615-46AE-9420-78925D5A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把 AI 導入日常工作的最小步驟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2F4F3-1BC6-4ADC-8B3F-236ACD1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D092A-DC87-4B1E-82DB-B0BD8BB7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397A7-38DF-49DF-8530-D9CFFBB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A2C03-4D05-4587-8DE6-B260A83B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654AF-C580-4F20-85A4-F3427A6C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選一件事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6E7A-1B06-4727-8835-9E1D00A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挑重複又低風險的任務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4C8A7-BE2F-480B-908A-497FDB1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971E4-F2F4-4CBB-BA71-B80FF08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FAE90-E292-44DC-8EDC-F804D055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錄一次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DCC9B-C4E9-4712-99F4-814E6153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示範正確做法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8B064-8E59-4694-A84F-2BBEF04A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18851-8359-4D4A-85C2-AA438F2C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839AA-BC33-4C6B-86FE-AA981E89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訂規則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6178B-DA52-4257-850B-B2A7B90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補上限制與驗收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DDBE8-CDAD-4296-B34F-69C0CE48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AC62D-CFC1-4BE4-9F11-B5E9A78B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4E546-7955-4BFD-8A43-B181852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每週修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DF9B1-3677-4F4E-8A20-FBD77F41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依錯誤更新方法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15533-0D41-47AB-A924-F453C68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CBF87-CDB1-4E88-B965-62DEF7F4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35194-E13E-45AA-BCDD-3871A0F9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7376467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F59EE-30DD-4747-A04D-78F2C72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本主題的三個帶走句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B1F80-2FCF-4748-B6A9-02C68BB3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CED74-BFEE-4DB6-97F2-B47AB57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EA0B5-3D9F-4816-9CE0-9F90EF0B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先問清楚，再要求產出。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8FAFD-5FFA-4024-B08E-E61C4B19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0E21D-5355-46E5-8259-75B5619B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讓 AI 交付檔案與流程，不只交付文字。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BE908-0D24-4D13-A1C3-6B836D1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3F8D-0AB8-4277-A638-D6E653CB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自動化越強，權限與驗收越要明確。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3A7FF-0C6F-44E2-97D4-779D742E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D0417-6850-44BB-BC41-B851013B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525AA-64D8-4A35-80A3-038A99CE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5563205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E8B52-BAC2-416D-8D7C-C6C37E74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FA78D-EDAE-4159-8152-F7E082F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下一步：選一個流程，讓它可重播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58517-692C-44EA-9A00-3FA47000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先從摘要、資料整理或固定格式報告開始，把一次性的操作變成團隊可共享的方法。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6D921-2049-4CE3-AC61-2E1BA2F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0189B-3896-47D5-8B70-58B2A8B2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挑一個每週會重複的低風險任務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87B1A-62AA-4E60-846F-1CC12C0E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6AEA2-FE15-4412-ADDD-33D6949C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寫出輸入、輸出、權限與驗收條件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D45EA-5AE3-48A1-A38F-06131CF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8D3C7-9D08-4719-B53F-F6E3B35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跑三次，依錯誤修正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48548-D947-4E27-AF79-A2C2AF96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2D2B8-25C3-4D21-8149-7C986F76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4E88A-28D7-4FCB-ABBC-10F132E2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529888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2026-08-09T07:57:48.6810000Z</dcterms:created>
  <dcterms:modified xsi:type="dcterms:W3CDTF">2026-08-09T07:57:48.6810000Z</dcterms:modified>
</coreProperties>
</file>