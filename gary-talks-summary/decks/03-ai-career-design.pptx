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a887b41b294027" /><Relationship Type="http://schemas.openxmlformats.org/officeDocument/2006/relationships/extended-properties" Target="/docProps/app.xml" Id="R6625fcd4bcb54f5d" /><Relationship Type="http://schemas.openxmlformats.org/officeDocument/2006/relationships/officeDocument" Target="/ppt/presentation.xml" Id="R115148da84be48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61027276144f67"/>
  </p:sldMasterIdLst>
  <p:notesMasterIdLst>
    <p:notesMasterId xmlns:r="http://schemas.openxmlformats.org/officeDocument/2006/relationships" r:id="Rdbcc0e0b6d1a4ccc"/>
  </p:notesMasterIdLst>
  <p:sldIdLst>
    <p:sldId xmlns:r="http://schemas.openxmlformats.org/officeDocument/2006/relationships" id="256" r:id="R1042cc37cd3746f5"/>
    <p:sldId xmlns:r="http://schemas.openxmlformats.org/officeDocument/2006/relationships" id="257" r:id="R39466cd652334b53"/>
    <p:sldId xmlns:r="http://schemas.openxmlformats.org/officeDocument/2006/relationships" id="258" r:id="R4f0b311ab5e441e9"/>
    <p:sldId xmlns:r="http://schemas.openxmlformats.org/officeDocument/2006/relationships" id="259" r:id="R6af6f6ea39a34aad"/>
    <p:sldId xmlns:r="http://schemas.openxmlformats.org/officeDocument/2006/relationships" id="260" r:id="R8ea04eae94b6452e"/>
    <p:sldId xmlns:r="http://schemas.openxmlformats.org/officeDocument/2006/relationships" id="261" r:id="R5c8334a48ede424f"/>
    <p:sldId xmlns:r="http://schemas.openxmlformats.org/officeDocument/2006/relationships" id="262" r:id="R4556e0439381479b"/>
    <p:sldId xmlns:r="http://schemas.openxmlformats.org/officeDocument/2006/relationships" id="263" r:id="R2a7b35a097894a75"/>
    <p:sldId xmlns:r="http://schemas.openxmlformats.org/officeDocument/2006/relationships" id="264" r:id="R90f9b1c1d0564007"/>
    <p:sldId xmlns:r="http://schemas.openxmlformats.org/officeDocument/2006/relationships" id="265" r:id="R1f6b01cc22644327"/>
    <p:sldId xmlns:r="http://schemas.openxmlformats.org/officeDocument/2006/relationships" id="266" r:id="R00e729dc55874268"/>
    <p:sldId xmlns:r="http://schemas.openxmlformats.org/officeDocument/2006/relationships" id="267" r:id="R25b461a054d44c93"/>
    <p:sldId xmlns:r="http://schemas.openxmlformats.org/officeDocument/2006/relationships" id="268" r:id="R4aad9ca045d8448a"/>
    <p:sldId xmlns:r="http://schemas.openxmlformats.org/officeDocument/2006/relationships" id="269" r:id="Rc1114c7fd5534c48"/>
    <p:sldId xmlns:r="http://schemas.openxmlformats.org/officeDocument/2006/relationships" id="270" r:id="R36358f9259b14e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980a8d9e54b07" /><Relationship Type="http://schemas.openxmlformats.org/officeDocument/2006/relationships/slideMaster" Target="/ppt/slideMasters/slideMaster1.xml" Id="Ra861027276144f67" /><Relationship Type="http://schemas.openxmlformats.org/officeDocument/2006/relationships/notesMaster" Target="/ppt/notesMasters/notesMaster1.xml" Id="Rdbcc0e0b6d1a4ccc" /><Relationship Type="http://schemas.openxmlformats.org/officeDocument/2006/relationships/presProps" Target="/ppt/presProps.xml" Id="R9622ed129bfb4d99" /><Relationship Type="http://schemas.openxmlformats.org/officeDocument/2006/relationships/tableStyles" Target="/ppt/tableStyles.xml" Id="Ra286958bd3434a6a" /><Relationship Type="http://schemas.openxmlformats.org/officeDocument/2006/relationships/slide" Target="/ppt/slides/slide1.xml" Id="R1042cc37cd3746f5" /><Relationship Type="http://schemas.openxmlformats.org/officeDocument/2006/relationships/slide" Target="/ppt/slides/slide2.xml" Id="R39466cd652334b53" /><Relationship Type="http://schemas.openxmlformats.org/officeDocument/2006/relationships/slide" Target="/ppt/slides/slide3.xml" Id="R4f0b311ab5e441e9" /><Relationship Type="http://schemas.openxmlformats.org/officeDocument/2006/relationships/slide" Target="/ppt/slides/slide4.xml" Id="R6af6f6ea39a34aad" /><Relationship Type="http://schemas.openxmlformats.org/officeDocument/2006/relationships/slide" Target="/ppt/slides/slide5.xml" Id="R8ea04eae94b6452e" /><Relationship Type="http://schemas.openxmlformats.org/officeDocument/2006/relationships/slide" Target="/ppt/slides/slide6.xml" Id="R5c8334a48ede424f" /><Relationship Type="http://schemas.openxmlformats.org/officeDocument/2006/relationships/slide" Target="/ppt/slides/slide7.xml" Id="R4556e0439381479b" /><Relationship Type="http://schemas.openxmlformats.org/officeDocument/2006/relationships/slide" Target="/ppt/slides/slide8.xml" Id="R2a7b35a097894a75" /><Relationship Type="http://schemas.openxmlformats.org/officeDocument/2006/relationships/slide" Target="/ppt/slides/slide9.xml" Id="R90f9b1c1d0564007" /><Relationship Type="http://schemas.openxmlformats.org/officeDocument/2006/relationships/slide" Target="/ppt/slides/slide10.xml" Id="R1f6b01cc22644327" /><Relationship Type="http://schemas.openxmlformats.org/officeDocument/2006/relationships/slide" Target="/ppt/slides/slide11.xml" Id="R00e729dc55874268" /><Relationship Type="http://schemas.openxmlformats.org/officeDocument/2006/relationships/slide" Target="/ppt/slides/slide12.xml" Id="R25b461a054d44c93" /><Relationship Type="http://schemas.openxmlformats.org/officeDocument/2006/relationships/slide" Target="/ppt/slides/slide13.xml" Id="R4aad9ca045d8448a" /><Relationship Type="http://schemas.openxmlformats.org/officeDocument/2006/relationships/slide" Target="/ppt/slides/slide14.xml" Id="Rc1114c7fd5534c48" /><Relationship Type="http://schemas.openxmlformats.org/officeDocument/2006/relationships/slide" Target="/ppt/slides/slide15.xml" Id="R36358f9259b14e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208a79735748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e63e460efc4688" /><Relationship Type="http://schemas.openxmlformats.org/officeDocument/2006/relationships/notesMaster" Target="/ppt/notesMasters/notesMaster1.xml" Id="R822e4c9abe47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5574e604c4880" /><Relationship Type="http://schemas.openxmlformats.org/officeDocument/2006/relationships/notesMaster" Target="/ppt/notesMasters/notesMaster1.xml" Id="Rf831d2d4072b44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2ab9b5cf744b6a" /><Relationship Type="http://schemas.openxmlformats.org/officeDocument/2006/relationships/notesMaster" Target="/ppt/notesMasters/notesMaster1.xml" Id="Rcf735404e34a41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5f47ccb83c4c6d" /><Relationship Type="http://schemas.openxmlformats.org/officeDocument/2006/relationships/notesMaster" Target="/ppt/notesMasters/notesMaster1.xml" Id="R43ca2960442246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88ecfa67d41f7" /><Relationship Type="http://schemas.openxmlformats.org/officeDocument/2006/relationships/notesMaster" Target="/ppt/notesMasters/notesMaster1.xml" Id="R98e5fbc0f01148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cb183ce044528" /><Relationship Type="http://schemas.openxmlformats.org/officeDocument/2006/relationships/notesMaster" Target="/ppt/notesMasters/notesMaster1.xml" Id="Rab367e126d1f46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f8266f8c0542c7" /><Relationship Type="http://schemas.openxmlformats.org/officeDocument/2006/relationships/notesMaster" Target="/ppt/notesMasters/notesMaster1.xml" Id="R922d47916b99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b308d632c946d4" /><Relationship Type="http://schemas.openxmlformats.org/officeDocument/2006/relationships/notesMaster" Target="/ppt/notesMasters/notesMaster1.xml" Id="R8f00ee6f0adb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27fd5447a42bb" /><Relationship Type="http://schemas.openxmlformats.org/officeDocument/2006/relationships/notesMaster" Target="/ppt/notesMasters/notesMaster1.xml" Id="R8219c70d239849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e1140b2e574fe9" /><Relationship Type="http://schemas.openxmlformats.org/officeDocument/2006/relationships/notesMaster" Target="/ppt/notesMasters/notesMaster1.xml" Id="R584c92140f574e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0e73dccf6d4e54" /><Relationship Type="http://schemas.openxmlformats.org/officeDocument/2006/relationships/notesMaster" Target="/ppt/notesMasters/notesMaster1.xml" Id="R83ddbbfadc8443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e99cf20399472d" /><Relationship Type="http://schemas.openxmlformats.org/officeDocument/2006/relationships/notesMaster" Target="/ppt/notesMasters/notesMaster1.xml" Id="R304cdca6ce464f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a5f06ad2e847f4" /><Relationship Type="http://schemas.openxmlformats.org/officeDocument/2006/relationships/notesMaster" Target="/ppt/notesMasters/notesMaster1.xml" Id="Rd95036a87ad545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8b255c25f44147" /><Relationship Type="http://schemas.openxmlformats.org/officeDocument/2006/relationships/notesMaster" Target="/ppt/notesMasters/notesMaster1.xml" Id="Rba521043b5994c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d531ce468e4c33" /><Relationship Type="http://schemas.openxmlformats.org/officeDocument/2006/relationships/notesMaster" Target="/ppt/notesMasters/notesMaster1.xml" Id="R4f2c0310862b45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Gary Talks Stuff 頻道：https://www.youtube.com/@garytalksstuff/videos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學了那麼多 AI，為什麼還是沒加薪？: https://www.youtube.com/watch?v=aZEmxJ9ivzg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學了那麼多 AI，為什麼還是沒加薪？: https://www.youtube.com/watch?v=aZEmxJ9ivzg</a:t>
            </a:r>
          </a:p>
          <a:p xmlns:a="http://schemas.openxmlformats.org/drawingml/2006/main">
            <a:r>
              <a:t>- AI 時代工程師如何重新定位: https://www.youtube.com/watch?v=_RD3iFDhuzs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AI-native worker 的四個能力層級: https://www.youtube.com/watch?v=hsR4PFFH-wk</a:t>
            </a:r>
          </a:p>
          <a:p xmlns:a="http://schemas.openxmlformats.org/drawingml/2006/main">
            <a:r>
              <a:t>- AI 時代工程師如何重新定位: https://www.youtube.com/watch?v=_RD3iFDhuzs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Voice Input：AI 時代最被低估的技能: https://www.youtube.com/watch?v=5XeVLt9WejM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時代工程師如何重新定位: https://www.youtube.com/watch?v=_RD3iFDhuzs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時代非技術者最重要的設計能力: https://www.youtube.com/watch?v=Yzpx4Xaigms</a:t>
            </a:r>
          </a:p>
          <a:p xmlns:a="http://schemas.openxmlformats.org/drawingml/2006/main">
            <a:r>
              <a:t>- Claude Design 使用評測: https://www.youtube.com/watch?v=Z613KdxJpKg</a:t>
            </a:r>
          </a:p>
          <a:p xmlns:a="http://schemas.openxmlformats.org/drawingml/2006/main">
            <a:r>
              <a:t>- AI 改 code 一直改 A 壞 B？你缺的是這五個步驟: https://www.youtube.com/watch?v=CMs8YMU6_RM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Claude Design 使用評測: https://www.youtube.com/watch?v=Z613KdxJpKg</a:t>
            </a:r>
          </a:p>
          <a:p xmlns:a="http://schemas.openxmlformats.org/drawingml/2006/main">
            <a:r>
              <a:t>- AI 時代非技術者最重要的設計能力: https://www.youtube.com/watch?v=Yzpx4Xaigms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You might be using AI wrong: https://www.youtube.com/watch?v=FQ81w5UO9u8</a:t>
            </a:r>
          </a:p>
          <a:p xmlns:a="http://schemas.openxmlformats.org/drawingml/2006/main">
            <a:r>
              <a:t>- 你不是不會寫 Prompt，是不會定義任務: https://www.youtube.com/watch?v=KNP9Mr1rUQY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Stanford AI 系統課程：從 LLM 到 Agentic Workflow: https://www.youtube.com/watch?v=eKW9ITaltWw</a:t>
            </a:r>
          </a:p>
          <a:p xmlns:a="http://schemas.openxmlformats.org/drawingml/2006/main">
            <a:r>
              <a:t>- Google Vibe Coding／Agentic Engineering Day 1: https://www.youtube.com/watch?v=GzHfE50N8x4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為 AI 打造產品：MCP 整合是炒作嗎？: https://www.youtube.com/watch?v=41LR-NhwHfI</a:t>
            </a:r>
          </a:p>
          <a:p xmlns:a="http://schemas.openxmlformats.org/drawingml/2006/main">
            <a:r>
              <a:t>- AI 時代怎麼創業？Anthropic Playbook: https://www.youtube.com/watch?v=PxPWaP7mXFM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- 15 分鐘學完 CLAUDE.md：從入門到精通: https://www.youtube.com/watch?v=wj7mHCviMvs</a:t>
            </a:r>
          </a:p>
          <a:p xmlns:a="http://schemas.openxmlformats.org/drawingml/2006/main">
            <a:r>
              <a:t>- Skill 實戰教學: https://www.youtube.com/watch?v=PuqX3Kv2ino</a:t>
            </a:r>
          </a:p>
          <a:p xmlns:a="http://schemas.openxmlformats.org/drawingml/2006/main">
            <a:r>
              <a:t>- 用 Claude 和 Codex 自動化 Code Review: https://www.youtube.com/watch?v=xzrvAERmvRk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學了那麼多 AI，為什麼還是沒加薪？: https://www.youtube.com/watch?v=aZEmxJ9ivzg</a:t>
            </a:r>
          </a:p>
          <a:p xmlns:a="http://schemas.openxmlformats.org/drawingml/2006/main">
            <a:r>
              <a:t>- 為 AI 打造產品：MCP 整合是炒作嗎？: https://www.youtube.com/watch?v=41LR-NhwHfI</a:t>
            </a:r>
          </a:p>
          <a:p xmlns:a="http://schemas.openxmlformats.org/drawingml/2006/main">
            <a:r>
              <a:t>- AI 時代非技術者最重要的設計能力: https://www.youtube.com/watch?v=Yzpx4Xaigms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時代工程師如何重新定位: https://www.youtube.com/watch?v=_RD3iFDhuzs</a:t>
            </a:r>
          </a:p>
          <a:p xmlns:a="http://schemas.openxmlformats.org/drawingml/2006/main">
            <a:r>
              <a:t>- 學了那麼多 AI，為什麼還是沒加薪？: https://www.youtube.com/watch?v=aZEmxJ9ivzg</a:t>
            </a:r>
          </a:p>
          <a:p xmlns:a="http://schemas.openxmlformats.org/drawingml/2006/main">
            <a:r>
              <a:t>- AI 時代非技術者最重要的設計能力: https://www.youtube.com/watch?v=Yzpx4Xaigms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時代工程師如何重新定位: https://www.youtube.com/watch?v=_RD3iFDhuzs</a:t>
            </a:r>
          </a:p>
          <a:p xmlns:a="http://schemas.openxmlformats.org/drawingml/2006/main">
            <a:r>
              <a:t>- 學了那麼多 AI，為什麼還是沒加薪？: https://www.youtube.com/watch?v=aZEmxJ9ivzg</a:t>
            </a:r>
          </a:p>
          <a:p xmlns:a="http://schemas.openxmlformats.org/drawingml/2006/main">
            <a:r>
              <a:t>- You might be using AI wrong: https://www.youtube.com/watch?v=FQ81w5UO9u8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e6a6d84a647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72dc79e2c741cb" /><Relationship Type="http://schemas.openxmlformats.org/officeDocument/2006/relationships/slideLayout" Target="/ppt/slideLayouts/slideLayout1.xml" Id="R7f5b48248b4543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b48248b4543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c0a4926e14355" /><Relationship Type="http://schemas.openxmlformats.org/officeDocument/2006/relationships/notesSlide" Target="/ppt/notesSlides/notesSlide1.xml" Id="Ra658fbe07e4540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9511da06e4fb0" /><Relationship Type="http://schemas.openxmlformats.org/officeDocument/2006/relationships/notesSlide" Target="/ppt/notesSlides/notesSlide2.xml" Id="R5abcd129dd8c43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f235ed86e4c25" /><Relationship Type="http://schemas.openxmlformats.org/officeDocument/2006/relationships/notesSlide" Target="/ppt/notesSlides/notesSlide3.xml" Id="R361edd1cce6748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21ef9a09d4afa" /><Relationship Type="http://schemas.openxmlformats.org/officeDocument/2006/relationships/notesSlide" Target="/ppt/notesSlides/notesSlide4.xml" Id="Rcdc7dc62a58043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8271a57444761" /><Relationship Type="http://schemas.openxmlformats.org/officeDocument/2006/relationships/notesSlide" Target="/ppt/notesSlides/notesSlide5.xml" Id="R0ce2c71d84c345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897bbf2254c5b" /><Relationship Type="http://schemas.openxmlformats.org/officeDocument/2006/relationships/notesSlide" Target="/ppt/notesSlides/notesSlide6.xml" Id="Re656c237b8434f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3878e1e0a45ae" /><Relationship Type="http://schemas.openxmlformats.org/officeDocument/2006/relationships/notesSlide" Target="/ppt/notesSlides/notesSlide7.xml" Id="Rbd7a88fd4b594a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06365c9e64a7d" /><Relationship Type="http://schemas.openxmlformats.org/officeDocument/2006/relationships/notesSlide" Target="/ppt/notesSlides/notesSlide8.xml" Id="R206587c6da3748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3877de47c4e23" /><Relationship Type="http://schemas.openxmlformats.org/officeDocument/2006/relationships/notesSlide" Target="/ppt/notesSlides/notesSlide9.xml" Id="R27bdd60bd09544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c70ffcc384516" /><Relationship Type="http://schemas.openxmlformats.org/officeDocument/2006/relationships/notesSlide" Target="/ppt/notesSlides/notesSlide10.xml" Id="R99f6384926bc4e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db62267e94aa7" /><Relationship Type="http://schemas.openxmlformats.org/officeDocument/2006/relationships/notesSlide" Target="/ppt/notesSlides/notesSlide11.xml" Id="Rdd2d7da3ef6c49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cdb9905c84a7a" /><Relationship Type="http://schemas.openxmlformats.org/officeDocument/2006/relationships/notesSlide" Target="/ppt/notesSlides/notesSlide12.xml" Id="R8238f6d6c2284a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6ccf9b8be45fd" /><Relationship Type="http://schemas.openxmlformats.org/officeDocument/2006/relationships/notesSlide" Target="/ppt/notesSlides/notesSlide13.xml" Id="Rf1ea185fde6541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4191769274345" /><Relationship Type="http://schemas.openxmlformats.org/officeDocument/2006/relationships/notesSlide" Target="/ppt/notesSlides/notesSlide14.xml" Id="R2b986f37093d45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4ae5b6ec84243" /><Relationship Type="http://schemas.openxmlformats.org/officeDocument/2006/relationships/notesSlide" Target="/ppt/notesSlides/notesSlide15.xml" Id="R482fc775ddd9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C1D02-0306-4C2D-A10A-EA245121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DD5AF-F112-4A0A-8619-6C4D87B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主題三｜把效率變成槓桿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65656-2E2F-4341-A5C8-F8CB6672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904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AI 時代的能力與職涯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2EB5C-14D5-416F-938F-F9ACBE5E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加薪、設計、學習與工程師重新定位：AI 省下的時間要去哪裡？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49CFC-A125-49B5-9930-6379936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33710-8A47-4E15-97F1-0B066B8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434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15 頁</a:t>
            </a:r>
          </a:p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依影片逐字稿整理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14311-14BE-4AFF-A9AC-49AACD86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資料來源：Gary Talks Stuff 頻道｜內容為影片觀點整理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E30A3-EC1E-47CB-B255-693A27FD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4C0C9-157F-4AD0-AF68-D226DE08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C573D-9A7C-40CB-911A-64259B97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926546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B2F8B-BCF3-49A5-BFAB-0176BD40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3865C-6091-4500-8CC5-A5DB717B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「真正的差別，是你把省下來的時間轉成了什麼。」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9BFB6-3A27-43E6-80F8-9D80E416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AI 時代下加薪的影片主張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CD785-3011-4B0E-8247-8CCD80E1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CBC46-7FE1-46E6-A587-21002136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4701-5FCA-4AE7-9A31-16B726B5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867511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1A6A7-0AB7-47BA-968C-C6B4549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把 AI 帶來的效率，轉成市場看得見的價值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92C5A-9430-4B54-B9E1-70777FB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1BA81-A1B7-4635-BC30-120B1434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09823-98AD-4074-83C5-1400EE52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做出可展示的作品與產品，而不是只累積工具熟悉度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DAF9E-4F33-4F5E-BB19-19806E0B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26D09-285A-44E1-901E-29E69EC1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把時間投資到更高難度、更接近成果的工作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04ACE-A212-4B2C-BB36-D33277C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0B0F1-5C8A-443E-B1F1-DBABAB53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累積個人品牌、外部案例與可議價的專業證據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2148D-3D73-45D4-8A38-3DB94081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79CF6-C92F-43AB-BF22-E93E6533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如果組織只把效率換成更多雜務，考慮重新定義工作邊界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48AF7-6F30-42FE-82B1-1138B527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83F5F-13D5-474D-8342-62E5D9B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2B612-2533-406B-95B8-1B8708B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538200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78069-6EA9-4ED6-B9D3-B2CDF3CA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AI-native worker 的能力會逐層升級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1C036-76CA-4260-A243-D7047AE8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45D28-F3E5-41A3-BC23-55DF5C0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32714-11A8-4739-B9B9-5D81CB89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71CC6-2E67-40E3-ABDC-39DDCCE3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7E7BA-8117-4EEF-815A-74756D3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使用者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4B1AA-45CC-4F67-9F4E-56853111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會問、會修正答案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C072E-11FC-452E-9F35-5A2F16B2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85ECF-1B6A-4537-AA4D-811CC785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8C216-7A15-4F34-A17A-4F62F120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協作者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92445-88FB-4F32-8586-738B6AB8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能讓 AI 完成任務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A05FB-492B-4C05-9407-BFE6D76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41251-FD48-4F6F-B2E6-B107D8E4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BC07B-861E-4D63-929C-4BD94FF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設計者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0CB66-3D87-4BA8-BACE-522B34A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能設計流程與系統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C8E35-4AEA-4922-AB1E-0DF0C3D1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82603-CC57-4BD2-AC6E-40750FCE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B01AE-4948-4306-A93D-E2A6C123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導演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4893F-3DC6-42CB-870E-6E9516A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能管理多 Agent 與成果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C3700-282E-44E5-A74C-E744BD0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A274C-4CB9-4094-90A5-87B0F27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79B9A-3BDB-4587-8042-FD67912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024456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85B12-F92C-492F-82E8-B83D5F31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聲音輸入降低的，不只是打字成本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05850-724A-4B35-944C-B6E22C6F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BEFC5-E7C2-45D6-93B8-870695E0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更快說出完整脈絡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53F50-3726-49CB-8107-3BE2DE4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語音可以保留思考中的背景、例子與限制，讓 AI 得到更豐富的上下文。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C17B2-3F02-4681-AFA4-292718D8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CD825-3924-412B-8DCC-0178CF1C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更短的想法到行動距離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C5E6C-9BCD-48E9-A786-433B71F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當輸入不再是瓶頸，規劃、寫作、原型與回饋可以更快連成一條迴路。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4F1E9-AC51-47C5-9C60-23B31185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09CA9-E6D6-456A-BD3C-DC8E1B51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64E47-D284-41B4-A338-5CCD959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786728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77087-7BD3-42C3-8C54-75B89C07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3178D-2B8D-458A-B1FD-4C0ED0D5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「從親自寫每一行，轉向設計系統、指揮 Agent、驗證結果。」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8E00E-E525-45B1-9843-4919F975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Andrej Karpathy／Software 3.0 影片分析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71650-4AAE-47F2-8D5F-DA6433DF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41EDF-431F-462C-84D7-686573D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C9241-AB14-44D5-8F7E-B57D8CF5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625424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60BA4-956A-4262-8DE8-B5751D21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不會替你補上缺少的領域判斷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C26D8-3F33-44BD-B472-EA347A55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08330-0B18-44AB-99C1-E160EFC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D26C3-95D2-4802-BC88-F6A7BBB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不知道什麼是好結果，就無法有效驗收 AI 產出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0270C-EF69-467D-8BC2-7DACC65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BF260-618D-4D44-9630-F9FA6DB0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沒有架構理解，AI 的局部修改容易破壞整體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58D3A-4383-4227-9E53-9E7673D1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B6743-5E69-4D44-8737-55C9D871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沒有風險意識，效率只會加速錯誤擴散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FF870-0F5C-4308-8E6A-73F93BC4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D9B48-C87F-472E-8D55-78ADFDAA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沒有品味，生成內容容易看起來正確卻沒有說服力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1B2DA-3B62-4B3A-AADE-B2648AAE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933D4-48AE-4152-95FF-96B5C9AF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FFA88-2728-4C32-B37E-5FBDEAC5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37416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788E6-7AE1-47CA-9BDE-1777EA16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設計品味，是 AI 時代的稀缺資產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19C4A-3416-421B-A349-8CC8D7BD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A47CB-9BBF-40BE-A61B-F5A1113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工具的上限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31174-9017-4C17-A38A-170C2E02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AI 可以快速生成介面、圖片與提案，但會把平均答案大量複製出來。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B24EB-C29C-4ED2-B2A0-08D2A814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70E0D-BB37-477E-97D4-E75B1EE8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人的判斷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06236-739A-4419-AFB1-2C8CA230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取捨、比例、脈絡、情緒與一致性，決定作品是否真的適合人使用。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307F4-9402-4072-99DD-5E16D868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16E03-CD70-4762-867B-D37FF88C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CF481-D5D5-49D9-85A4-1B4F4D38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529098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36BA1-90B8-4AA8-B325-A71AB66F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常見的三種 AI 使用錯誤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CDB9C-0039-42FC-B4FF-07B6CA4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13540-6C85-45FA-BDC0-EB3E2153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1D288-1478-422E-9349-3505D27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把模糊需求直接丟給 AI，期待它替你完成思考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0B5D5-6DA5-4A88-9287-A455D950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6A3D4-DF7C-4F7B-AA9A-6907473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只看單次答案，不建立上下文與工作記憶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8C6EA-2DE0-42F2-8909-3AD0C729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ACD81-75CC-4AB2-B824-49ECCF3A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遇到錯誤只換模型，卻不回頭檢查輸入與驗收標準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7C84F-7EBF-4E9F-908D-4B79FE58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5EF81-FD72-44B5-A2D0-158150A4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DCBC0-A59F-420A-A217-650E976B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821608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0979D-A964-4347-AAFD-B228D7DC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從工具清單轉成學習路線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8FA2-88CE-4956-B91D-923937EF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81670-8973-4DE9-995A-7B4A3D0F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3A0E7-4EE1-405F-994C-1E5500F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第一階段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520DF-B07A-4DDF-93DD-5E024F6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Prompt、上下文、輸入輸出與基本驗證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2B003-E8D7-4781-A362-30B052F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C467A-C27E-4C55-AF8B-A6A122F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第二階段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1F49C-C7D2-45B5-8282-DF344273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RAG、工具呼叫、Agent 與工作流程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8C2EB-3F63-41BA-BB51-9065CC9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0444E-D143-4620-BB0A-83EE4F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第三階段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F558A-6DA5-497E-B6B6-8ADE0EF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Skills、MCP、Git、測試與長任務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BA34C-4F77-4253-A7DD-0973B55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D2128-8ECE-41FE-AD62-8245B418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第四階段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87C85-C833-4AF2-AC4E-F48092B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產品化、治理、成本與組織導入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4168B-8070-4672-882C-F7F62982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2BB9E-2523-4ED3-8F6D-749E2B14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CD185-0D4A-48EC-9771-D82EE919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509850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0ACC9-02F8-4CCD-9D43-9EB48EE7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不要只學如何使用 AI，也要學如何打造產品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7EE14-D576-43EC-A1A5-A15E6EFD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0400A-A29F-464D-8623-4F376E7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使用者視角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75664-FF69-4010-B9FE-64EB1F32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 AI 當成加速器，完成一個具體工作或作品。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CD39B-EC29-419A-AF8E-BFFBF5AA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89EC5-0BFB-4450-BD83-2088DAEB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產品視角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9E623-E896-4444-8606-694D384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把流程、資料、權限、評估與支援設計成別人能持續採用的服務。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FADE4-1CB5-4B67-B8C2-954E78E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4C822-19FA-4317-A469-4340EB0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831AB-0321-4CD3-B776-FA36741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7581985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785C6-2E9D-4631-A171-41328E0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一個更可靠的個人 AI 系統，應該留下四種資產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C85F9-DB6C-4733-A362-90BC1323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B5B89-FC57-4EC8-8576-C9DEB455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B920D-67B8-451D-B68C-52BBFF8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可展示的成果：作品、案例、前後對照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16165-E7B3-466D-8362-473137D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ADFB8-4BCE-4DD9-96CF-81D8BFE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可重複的方法：Prompt、Skill、流程與模板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7623F-17A7-460C-9C0A-E373475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B168A-D3E9-4BDA-8A54-24CBEAA7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可驗證的證據：測試、Review、決策紀錄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1F653-1226-4C0D-A705-C170F391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DD133-BE10-49CD-B600-F2BA5E7D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可移植的能力：能換工具、換模型，仍保有判斷力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2DA13-6DEC-430E-B1EE-52FE2BA4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1100A-F58F-4468-B6F6-48212EFD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BD43E-9A18-4112-B8E2-69F45DB1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3573148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2E90C-A5C5-40A1-9CA6-E6BC574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一週把 AI 效率轉成職涯槓桿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0258B-FE77-48A5-92F1-84667F2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037E2-BA72-49E6-86E4-5941F4B5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54893-9DE3-44A4-B01E-7C1D7F8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F111C-47AE-4938-B121-34686B6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22325-8CBD-4167-8398-3504C7D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選題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F5332-7936-4221-A8DA-3F226ABA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找一個真實痛點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87FD8-DC49-4E28-92AE-F0288D2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E6719-1796-4945-9B3D-2ADE3D7A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EA4F8-8D79-49DC-94B0-3862710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做出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6CB95-B1F9-4C61-B6C1-FD11D454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完成可展示原型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30B30-F0E2-4064-B87B-65C2247D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45C20-7173-494F-BF0B-A5E2F1E1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EE4D9-EFC9-4DC6-AFE8-2204493B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9BF16-B841-4EC6-96E5-96E0482E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找人使用與回饋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3B8CA-6CDA-4BD1-9C35-9CA7703E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66D8D-18C2-477F-93D5-9D120ABF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162DE-8E72-4A21-896D-8E2886C0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公開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8D8F1-7052-4D01-9260-D288A073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形成案例與作品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510DD-B41D-4555-A8E9-83EDEFD5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58C30-65F6-4558-8B3B-A3FC579E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9356B-BF06-4AC8-BA6F-211E8AAB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351242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E121A-6146-46B1-9938-90C5B7E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個人定位：不要只說你會用哪些工具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82288-EEA9-426A-B49B-24CD2502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941F1-9756-4CD8-B32D-F849434F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低辨識度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AAA19-4E27-47E0-BB0C-A8B00C20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把自己描述成某個模型或工具的熟手，工具一換，差異就消失。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75AFB-4D0F-40AA-B78F-F0007AA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8AB34-FBEA-42E1-A454-4A62B911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高槓桿定位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4BB2F-CDFC-43E6-9862-58D0CED5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說清楚你能替哪種人解決什麼問題，以及你如何把 AI 變成可交付成果。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96B95-0FFE-468C-A0BC-1B12FDB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D4A0D-9D49-49B5-9EB2-62E270D0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F9B58-41D9-41D5-96CF-6A11FB37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635275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3FB72-AF66-4200-8AF6-62300EB6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AEDF4-3224-426A-9A22-CCBEED06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AI 時代，最值得投資的是你的判斷力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9B71E-7001-4C61-9672-4F2DEA1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工具會變，模型會變，但能定義問題、設計系統、辨識好壞的人會持續升值。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9E2B-D4D7-456A-B549-B7634657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543DD-871A-46C4-8872-73316C1A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把省下的時間投入更高價值的產出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EA3A3-7E1C-435F-A76B-0CA873B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D64F2-B047-425A-B9A2-34B78404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把作品與方法留下來，形成可見證據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F2A1-000F-439F-ABC2-BAC4270A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93715-D7DB-410F-B61C-FD381871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保持換工具的自由，不把能力綁在單一模型上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B872A-9DFE-4864-B8EC-BC3DE61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E4C2D-C4C1-4925-A291-4868778E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1ED60-C59D-43FD-8BC3-FFDE91C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942244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2026-08-09T07:25:25.7420000Z</dcterms:created>
  <dcterms:modified xsi:type="dcterms:W3CDTF">2026-08-09T07:25:25.7420000Z</dcterms:modified>
</coreProperties>
</file>